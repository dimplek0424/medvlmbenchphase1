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7.jpg" ContentType="image/jpeg"/>
  <Override PartName="/ppt/media/image13.jpg" ContentType="image/jpeg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38452425" cy="43895963"/>
  <p:notesSz cx="6985000" cy="9283700"/>
  <p:defaultTextStyle>
    <a:defPPr>
      <a:defRPr lang="en-US"/>
    </a:defPPr>
    <a:lvl1pPr marL="0" algn="l" defTabSz="5016524" rtl="0" eaLnBrk="1" latinLnBrk="0" hangingPunct="1">
      <a:defRPr sz="9800" kern="1200">
        <a:solidFill>
          <a:schemeClr val="tx1"/>
        </a:solidFill>
        <a:latin typeface="+mn-lt"/>
        <a:ea typeface="+mn-ea"/>
        <a:cs typeface="+mn-cs"/>
      </a:defRPr>
    </a:lvl1pPr>
    <a:lvl2pPr marL="2508262" algn="l" defTabSz="5016524" rtl="0" eaLnBrk="1" latinLnBrk="0" hangingPunct="1">
      <a:defRPr sz="9800" kern="1200">
        <a:solidFill>
          <a:schemeClr val="tx1"/>
        </a:solidFill>
        <a:latin typeface="+mn-lt"/>
        <a:ea typeface="+mn-ea"/>
        <a:cs typeface="+mn-cs"/>
      </a:defRPr>
    </a:lvl2pPr>
    <a:lvl3pPr marL="5016524" algn="l" defTabSz="5016524" rtl="0" eaLnBrk="1" latinLnBrk="0" hangingPunct="1">
      <a:defRPr sz="9800" kern="1200">
        <a:solidFill>
          <a:schemeClr val="tx1"/>
        </a:solidFill>
        <a:latin typeface="+mn-lt"/>
        <a:ea typeface="+mn-ea"/>
        <a:cs typeface="+mn-cs"/>
      </a:defRPr>
    </a:lvl3pPr>
    <a:lvl4pPr marL="7524785" algn="l" defTabSz="5016524" rtl="0" eaLnBrk="1" latinLnBrk="0" hangingPunct="1">
      <a:defRPr sz="9800" kern="1200">
        <a:solidFill>
          <a:schemeClr val="tx1"/>
        </a:solidFill>
        <a:latin typeface="+mn-lt"/>
        <a:ea typeface="+mn-ea"/>
        <a:cs typeface="+mn-cs"/>
      </a:defRPr>
    </a:lvl4pPr>
    <a:lvl5pPr marL="10033047" algn="l" defTabSz="5016524" rtl="0" eaLnBrk="1" latinLnBrk="0" hangingPunct="1">
      <a:defRPr sz="9800" kern="1200">
        <a:solidFill>
          <a:schemeClr val="tx1"/>
        </a:solidFill>
        <a:latin typeface="+mn-lt"/>
        <a:ea typeface="+mn-ea"/>
        <a:cs typeface="+mn-cs"/>
      </a:defRPr>
    </a:lvl5pPr>
    <a:lvl6pPr marL="12541309" algn="l" defTabSz="5016524" rtl="0" eaLnBrk="1" latinLnBrk="0" hangingPunct="1">
      <a:defRPr sz="9800" kern="1200">
        <a:solidFill>
          <a:schemeClr val="tx1"/>
        </a:solidFill>
        <a:latin typeface="+mn-lt"/>
        <a:ea typeface="+mn-ea"/>
        <a:cs typeface="+mn-cs"/>
      </a:defRPr>
    </a:lvl6pPr>
    <a:lvl7pPr marL="15049571" algn="l" defTabSz="5016524" rtl="0" eaLnBrk="1" latinLnBrk="0" hangingPunct="1">
      <a:defRPr sz="9800" kern="1200">
        <a:solidFill>
          <a:schemeClr val="tx1"/>
        </a:solidFill>
        <a:latin typeface="+mn-lt"/>
        <a:ea typeface="+mn-ea"/>
        <a:cs typeface="+mn-cs"/>
      </a:defRPr>
    </a:lvl7pPr>
    <a:lvl8pPr marL="17557834" algn="l" defTabSz="5016524" rtl="0" eaLnBrk="1" latinLnBrk="0" hangingPunct="1">
      <a:defRPr sz="9800" kern="1200">
        <a:solidFill>
          <a:schemeClr val="tx1"/>
        </a:solidFill>
        <a:latin typeface="+mn-lt"/>
        <a:ea typeface="+mn-ea"/>
        <a:cs typeface="+mn-cs"/>
      </a:defRPr>
    </a:lvl8pPr>
    <a:lvl9pPr marL="20066096" algn="l" defTabSz="5016524" rtl="0" eaLnBrk="1" latinLnBrk="0" hangingPunct="1">
      <a:defRPr sz="9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9216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51" autoAdjust="0"/>
    <p:restoredTop sz="90409" autoAdjust="0"/>
  </p:normalViewPr>
  <p:slideViewPr>
    <p:cSldViewPr snapToGrid="0">
      <p:cViewPr>
        <p:scale>
          <a:sx n="30" d="100"/>
          <a:sy n="30" d="100"/>
        </p:scale>
        <p:origin x="144" y="5634"/>
      </p:cViewPr>
      <p:guideLst>
        <p:guide orient="horz" pos="18146"/>
        <p:guide pos="5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914515" cy="914515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3F2379-959A-4B6F-8058-52634B8C68C6}" type="doc">
      <dgm:prSet loTypeId="urn:microsoft.com/office/officeart/2005/8/layout/venn2" loCatId="relationship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829A3AD0-991F-49FE-ADA0-CD00A1490913}">
      <dgm:prSet phldrT="[Text]" custT="1"/>
      <dgm:spPr>
        <a:gradFill rotWithShape="0">
          <a:gsLst>
            <a:gs pos="2000">
              <a:schemeClr val="accent1">
                <a:lumMod val="75000"/>
              </a:schemeClr>
            </a:gs>
            <a:gs pos="20417">
              <a:schemeClr val="accent1">
                <a:lumMod val="75000"/>
              </a:schemeClr>
            </a:gs>
            <a:gs pos="50000">
              <a:schemeClr val="accent1">
                <a:lumMod val="75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37000"/>
                <a:satMod val="30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15000"/>
                <a:satMod val="350000"/>
              </a:schemeClr>
            </a:gs>
          </a:gsLst>
          <a:lin ang="16200000" scaled="1"/>
        </a:gradFill>
      </dgm:spPr>
      <dgm:t>
        <a:bodyPr/>
        <a:lstStyle/>
        <a:p>
          <a:endParaRPr lang="en-IN" sz="2800" dirty="0" smtClean="0"/>
        </a:p>
        <a:p>
          <a:endParaRPr lang="en-IN" sz="2800" dirty="0" smtClean="0"/>
        </a:p>
        <a:p>
          <a:endParaRPr lang="en-IN" sz="2800" dirty="0">
            <a:latin typeface="Cambria" pitchFamily="18" charset="0"/>
          </a:endParaRPr>
        </a:p>
      </dgm:t>
    </dgm:pt>
    <dgm:pt modelId="{DCCBB1E8-E065-403D-A957-7064B192EABD}" type="parTrans" cxnId="{CBF526C1-4772-4750-9CF3-D2178E9AE010}">
      <dgm:prSet/>
      <dgm:spPr/>
      <dgm:t>
        <a:bodyPr/>
        <a:lstStyle/>
        <a:p>
          <a:endParaRPr lang="en-IN"/>
        </a:p>
      </dgm:t>
    </dgm:pt>
    <dgm:pt modelId="{29D4314A-BA9C-4404-967A-FECFA11B0599}" type="sibTrans" cxnId="{CBF526C1-4772-4750-9CF3-D2178E9AE010}">
      <dgm:prSet/>
      <dgm:spPr/>
      <dgm:t>
        <a:bodyPr/>
        <a:lstStyle/>
        <a:p>
          <a:endParaRPr lang="en-IN"/>
        </a:p>
      </dgm:t>
    </dgm:pt>
    <dgm:pt modelId="{D6619BAF-0F29-4ACC-8DAC-2ACC6D686D14}">
      <dgm:prSet phldrT="[Text]" custT="1"/>
      <dgm:spPr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50000"/>
                <a:satMod val="300000"/>
              </a:schemeClr>
            </a:gs>
            <a:gs pos="35000">
              <a:schemeClr val="accent5">
                <a:hueOff val="-9933876"/>
                <a:satOff val="39811"/>
                <a:lumOff val="8628"/>
                <a:alphaOff val="0"/>
                <a:tint val="37000"/>
                <a:satMod val="30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15000"/>
                <a:satMod val="350000"/>
              </a:schemeClr>
            </a:gs>
          </a:gsLst>
          <a:lin ang="16200000" scaled="1"/>
        </a:gradFill>
      </dgm:spPr>
      <dgm:t>
        <a:bodyPr/>
        <a:lstStyle/>
        <a:p>
          <a:r>
            <a:rPr lang="en-IN" sz="2800" dirty="0" smtClean="0"/>
            <a:t>+</a:t>
          </a:r>
          <a:endParaRPr lang="en-IN" sz="2800" dirty="0"/>
        </a:p>
      </dgm:t>
    </dgm:pt>
    <dgm:pt modelId="{F0B61F1D-B065-463F-9D6F-68D8640C2342}" type="parTrans" cxnId="{3BE6B1DA-63FD-460C-BB40-F6B6301343F1}">
      <dgm:prSet/>
      <dgm:spPr/>
      <dgm:t>
        <a:bodyPr/>
        <a:lstStyle/>
        <a:p>
          <a:endParaRPr lang="en-IN"/>
        </a:p>
      </dgm:t>
    </dgm:pt>
    <dgm:pt modelId="{D33EA1E2-9114-4910-B99F-53DED0392AA2}" type="sibTrans" cxnId="{3BE6B1DA-63FD-460C-BB40-F6B6301343F1}">
      <dgm:prSet/>
      <dgm:spPr/>
      <dgm:t>
        <a:bodyPr/>
        <a:lstStyle/>
        <a:p>
          <a:endParaRPr lang="en-IN"/>
        </a:p>
      </dgm:t>
    </dgm:pt>
    <dgm:pt modelId="{370D08A1-0568-4AFC-B896-18A64C1BF1D1}" type="pres">
      <dgm:prSet presAssocID="{1F3F2379-959A-4B6F-8058-52634B8C68C6}" presName="Name0" presStyleCnt="0">
        <dgm:presLayoutVars>
          <dgm:chMax val="7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1E69D08F-A843-4C3C-98D6-88A04F1C77FB}" type="pres">
      <dgm:prSet presAssocID="{1F3F2379-959A-4B6F-8058-52634B8C68C6}" presName="comp1" presStyleCnt="0"/>
      <dgm:spPr/>
    </dgm:pt>
    <dgm:pt modelId="{2BC2F120-ABDB-4374-A641-8D5EB3BE41BC}" type="pres">
      <dgm:prSet presAssocID="{1F3F2379-959A-4B6F-8058-52634B8C68C6}" presName="circle1" presStyleLbl="node1" presStyleIdx="0" presStyleCnt="2" custLinFactNeighborX="-200" custLinFactNeighborY="3517"/>
      <dgm:spPr/>
      <dgm:t>
        <a:bodyPr/>
        <a:lstStyle/>
        <a:p>
          <a:endParaRPr lang="en-IN"/>
        </a:p>
      </dgm:t>
    </dgm:pt>
    <dgm:pt modelId="{F7663D65-EDE6-46C6-9281-CE85B60CB02D}" type="pres">
      <dgm:prSet presAssocID="{1F3F2379-959A-4B6F-8058-52634B8C68C6}" presName="c1text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8A79D27-F52D-4902-87B2-9F3019D1C15D}" type="pres">
      <dgm:prSet presAssocID="{1F3F2379-959A-4B6F-8058-52634B8C68C6}" presName="comp2" presStyleCnt="0"/>
      <dgm:spPr/>
    </dgm:pt>
    <dgm:pt modelId="{BACA917D-3D97-40B7-A400-2914C5429380}" type="pres">
      <dgm:prSet presAssocID="{1F3F2379-959A-4B6F-8058-52634B8C68C6}" presName="circle2" presStyleLbl="node1" presStyleIdx="1" presStyleCnt="2" custScaleX="47269" custScaleY="47269" custLinFactNeighborX="1007" custLinFactNeighborY="28824"/>
      <dgm:spPr/>
      <dgm:t>
        <a:bodyPr/>
        <a:lstStyle/>
        <a:p>
          <a:endParaRPr lang="en-IN"/>
        </a:p>
      </dgm:t>
    </dgm:pt>
    <dgm:pt modelId="{DC9633A8-6455-48F7-93C1-121E2194A508}" type="pres">
      <dgm:prSet presAssocID="{1F3F2379-959A-4B6F-8058-52634B8C68C6}" presName="c2text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D40AA73C-7A7F-4CA6-B1C5-9C3B6ABDEA56}" type="presOf" srcId="{D6619BAF-0F29-4ACC-8DAC-2ACC6D686D14}" destId="{DC9633A8-6455-48F7-93C1-121E2194A508}" srcOrd="1" destOrd="0" presId="urn:microsoft.com/office/officeart/2005/8/layout/venn2"/>
    <dgm:cxn modelId="{CBF526C1-4772-4750-9CF3-D2178E9AE010}" srcId="{1F3F2379-959A-4B6F-8058-52634B8C68C6}" destId="{829A3AD0-991F-49FE-ADA0-CD00A1490913}" srcOrd="0" destOrd="0" parTransId="{DCCBB1E8-E065-403D-A957-7064B192EABD}" sibTransId="{29D4314A-BA9C-4404-967A-FECFA11B0599}"/>
    <dgm:cxn modelId="{301F0293-9468-46FD-BC15-8660BBB769A4}" type="presOf" srcId="{829A3AD0-991F-49FE-ADA0-CD00A1490913}" destId="{2BC2F120-ABDB-4374-A641-8D5EB3BE41BC}" srcOrd="0" destOrd="0" presId="urn:microsoft.com/office/officeart/2005/8/layout/venn2"/>
    <dgm:cxn modelId="{A771015E-FDE9-4CEF-9FC0-B810BC8E81AD}" type="presOf" srcId="{1F3F2379-959A-4B6F-8058-52634B8C68C6}" destId="{370D08A1-0568-4AFC-B896-18A64C1BF1D1}" srcOrd="0" destOrd="0" presId="urn:microsoft.com/office/officeart/2005/8/layout/venn2"/>
    <dgm:cxn modelId="{60C46199-22B7-4767-BF41-4E9A6CB81CD2}" type="presOf" srcId="{829A3AD0-991F-49FE-ADA0-CD00A1490913}" destId="{F7663D65-EDE6-46C6-9281-CE85B60CB02D}" srcOrd="1" destOrd="0" presId="urn:microsoft.com/office/officeart/2005/8/layout/venn2"/>
    <dgm:cxn modelId="{92C255F9-6876-4E48-A769-3B7DBFA95D45}" type="presOf" srcId="{D6619BAF-0F29-4ACC-8DAC-2ACC6D686D14}" destId="{BACA917D-3D97-40B7-A400-2914C5429380}" srcOrd="0" destOrd="0" presId="urn:microsoft.com/office/officeart/2005/8/layout/venn2"/>
    <dgm:cxn modelId="{3BE6B1DA-63FD-460C-BB40-F6B6301343F1}" srcId="{1F3F2379-959A-4B6F-8058-52634B8C68C6}" destId="{D6619BAF-0F29-4ACC-8DAC-2ACC6D686D14}" srcOrd="1" destOrd="0" parTransId="{F0B61F1D-B065-463F-9D6F-68D8640C2342}" sibTransId="{D33EA1E2-9114-4910-B99F-53DED0392AA2}"/>
    <dgm:cxn modelId="{9D9BBD88-68A4-45D3-BFF3-9273B01408EB}" type="presParOf" srcId="{370D08A1-0568-4AFC-B896-18A64C1BF1D1}" destId="{1E69D08F-A843-4C3C-98D6-88A04F1C77FB}" srcOrd="0" destOrd="0" presId="urn:microsoft.com/office/officeart/2005/8/layout/venn2"/>
    <dgm:cxn modelId="{D02ED29A-5F31-4869-9107-5DCDE3B497F1}" type="presParOf" srcId="{1E69D08F-A843-4C3C-98D6-88A04F1C77FB}" destId="{2BC2F120-ABDB-4374-A641-8D5EB3BE41BC}" srcOrd="0" destOrd="0" presId="urn:microsoft.com/office/officeart/2005/8/layout/venn2"/>
    <dgm:cxn modelId="{A4561C09-7667-43B1-BA51-FFAE9EEC69A8}" type="presParOf" srcId="{1E69D08F-A843-4C3C-98D6-88A04F1C77FB}" destId="{F7663D65-EDE6-46C6-9281-CE85B60CB02D}" srcOrd="1" destOrd="0" presId="urn:microsoft.com/office/officeart/2005/8/layout/venn2"/>
    <dgm:cxn modelId="{835A2F30-EC7E-47BB-B03C-B6FAFAFE447F}" type="presParOf" srcId="{370D08A1-0568-4AFC-B896-18A64C1BF1D1}" destId="{78A79D27-F52D-4902-87B2-9F3019D1C15D}" srcOrd="1" destOrd="0" presId="urn:microsoft.com/office/officeart/2005/8/layout/venn2"/>
    <dgm:cxn modelId="{FA1C4F6F-D7E8-46C3-8FCE-E6BC0107E0FF}" type="presParOf" srcId="{78A79D27-F52D-4902-87B2-9F3019D1C15D}" destId="{BACA917D-3D97-40B7-A400-2914C5429380}" srcOrd="0" destOrd="0" presId="urn:microsoft.com/office/officeart/2005/8/layout/venn2"/>
    <dgm:cxn modelId="{DB25EDE8-6FED-46A5-B782-5E26B64AFD2C}" type="presParOf" srcId="{78A79D27-F52D-4902-87B2-9F3019D1C15D}" destId="{DC9633A8-6455-48F7-93C1-121E2194A508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2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C2F120-ABDB-4374-A641-8D5EB3BE41BC}">
      <dsp:nvSpPr>
        <dsp:cNvPr id="0" name=""/>
        <dsp:cNvSpPr/>
      </dsp:nvSpPr>
      <dsp:spPr>
        <a:xfrm>
          <a:off x="0" y="1165636"/>
          <a:ext cx="4207600" cy="4207600"/>
        </a:xfrm>
        <a:prstGeom prst="ellipse">
          <a:avLst/>
        </a:prstGeom>
        <a:gradFill rotWithShape="0">
          <a:gsLst>
            <a:gs pos="2000">
              <a:schemeClr val="accent1">
                <a:lumMod val="75000"/>
              </a:schemeClr>
            </a:gs>
            <a:gs pos="20417">
              <a:schemeClr val="accent1">
                <a:lumMod val="75000"/>
              </a:schemeClr>
            </a:gs>
            <a:gs pos="50000">
              <a:schemeClr val="accent1">
                <a:lumMod val="75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37000"/>
                <a:satMod val="30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800" kern="1200" dirty="0" smtClean="0"/>
        </a:p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800" kern="1200" dirty="0" smtClean="0"/>
        </a:p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800" kern="1200" dirty="0">
            <a:latin typeface="Cambria" pitchFamily="18" charset="0"/>
          </a:endParaRPr>
        </a:p>
      </dsp:txBody>
      <dsp:txXfrm>
        <a:off x="999305" y="1481206"/>
        <a:ext cx="2208990" cy="715292"/>
      </dsp:txXfrm>
    </dsp:sp>
    <dsp:sp modelId="{BACA917D-3D97-40B7-A400-2914C5429380}">
      <dsp:nvSpPr>
        <dsp:cNvPr id="0" name=""/>
        <dsp:cNvSpPr/>
      </dsp:nvSpPr>
      <dsp:spPr>
        <a:xfrm>
          <a:off x="1389743" y="3811170"/>
          <a:ext cx="1491667" cy="1491667"/>
        </a:xfrm>
        <a:prstGeom prst="ellipse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50000"/>
                <a:satMod val="300000"/>
              </a:schemeClr>
            </a:gs>
            <a:gs pos="35000">
              <a:schemeClr val="accent5">
                <a:hueOff val="-9933876"/>
                <a:satOff val="39811"/>
                <a:lumOff val="8628"/>
                <a:alphaOff val="0"/>
                <a:tint val="37000"/>
                <a:satMod val="30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800" kern="1200" dirty="0" smtClean="0"/>
            <a:t>+</a:t>
          </a:r>
          <a:endParaRPr lang="en-IN" sz="2800" kern="1200" dirty="0"/>
        </a:p>
      </dsp:txBody>
      <dsp:txXfrm>
        <a:off x="1608193" y="4184087"/>
        <a:ext cx="1054768" cy="7458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56550" y="0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r">
              <a:defRPr sz="1200"/>
            </a:lvl1pPr>
          </a:lstStyle>
          <a:p>
            <a:fld id="{FD99916F-33E3-4369-8B0E-F97CCD2029E8}" type="datetimeFigureOut">
              <a:rPr lang="en-US" smtClean="0"/>
              <a:t>4/5/2016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966913" y="696913"/>
            <a:ext cx="3051175" cy="3481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58" tIns="46479" rIns="92958" bIns="4647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8500" y="4409758"/>
            <a:ext cx="5588000" cy="4177665"/>
          </a:xfrm>
          <a:prstGeom prst="rect">
            <a:avLst/>
          </a:prstGeom>
        </p:spPr>
        <p:txBody>
          <a:bodyPr vert="horz" lIns="92958" tIns="46479" rIns="92958" bIns="46479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17904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56550" y="8817904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r">
              <a:defRPr sz="1200"/>
            </a:lvl1pPr>
          </a:lstStyle>
          <a:p>
            <a:fld id="{A9B10900-4326-417C-9F6E-28E576AF4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499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016524" rtl="0" eaLnBrk="1" latinLnBrk="0" hangingPunct="1">
      <a:defRPr sz="6600" kern="1200">
        <a:solidFill>
          <a:schemeClr val="tx1"/>
        </a:solidFill>
        <a:latin typeface="+mn-lt"/>
        <a:ea typeface="+mn-ea"/>
        <a:cs typeface="+mn-cs"/>
      </a:defRPr>
    </a:lvl1pPr>
    <a:lvl2pPr marL="2508262" algn="l" defTabSz="5016524" rtl="0" eaLnBrk="1" latinLnBrk="0" hangingPunct="1">
      <a:defRPr sz="6600" kern="1200">
        <a:solidFill>
          <a:schemeClr val="tx1"/>
        </a:solidFill>
        <a:latin typeface="+mn-lt"/>
        <a:ea typeface="+mn-ea"/>
        <a:cs typeface="+mn-cs"/>
      </a:defRPr>
    </a:lvl2pPr>
    <a:lvl3pPr marL="5016524" algn="l" defTabSz="5016524" rtl="0" eaLnBrk="1" latinLnBrk="0" hangingPunct="1">
      <a:defRPr sz="6600" kern="1200">
        <a:solidFill>
          <a:schemeClr val="tx1"/>
        </a:solidFill>
        <a:latin typeface="+mn-lt"/>
        <a:ea typeface="+mn-ea"/>
        <a:cs typeface="+mn-cs"/>
      </a:defRPr>
    </a:lvl3pPr>
    <a:lvl4pPr marL="7524785" algn="l" defTabSz="5016524" rtl="0" eaLnBrk="1" latinLnBrk="0" hangingPunct="1">
      <a:defRPr sz="6600" kern="1200">
        <a:solidFill>
          <a:schemeClr val="tx1"/>
        </a:solidFill>
        <a:latin typeface="+mn-lt"/>
        <a:ea typeface="+mn-ea"/>
        <a:cs typeface="+mn-cs"/>
      </a:defRPr>
    </a:lvl4pPr>
    <a:lvl5pPr marL="10033047" algn="l" defTabSz="5016524" rtl="0" eaLnBrk="1" latinLnBrk="0" hangingPunct="1">
      <a:defRPr sz="6600" kern="1200">
        <a:solidFill>
          <a:schemeClr val="tx1"/>
        </a:solidFill>
        <a:latin typeface="+mn-lt"/>
        <a:ea typeface="+mn-ea"/>
        <a:cs typeface="+mn-cs"/>
      </a:defRPr>
    </a:lvl5pPr>
    <a:lvl6pPr marL="12541309" algn="l" defTabSz="5016524" rtl="0" eaLnBrk="1" latinLnBrk="0" hangingPunct="1">
      <a:defRPr sz="6600" kern="1200">
        <a:solidFill>
          <a:schemeClr val="tx1"/>
        </a:solidFill>
        <a:latin typeface="+mn-lt"/>
        <a:ea typeface="+mn-ea"/>
        <a:cs typeface="+mn-cs"/>
      </a:defRPr>
    </a:lvl6pPr>
    <a:lvl7pPr marL="15049571" algn="l" defTabSz="5016524" rtl="0" eaLnBrk="1" latinLnBrk="0" hangingPunct="1">
      <a:defRPr sz="6600" kern="1200">
        <a:solidFill>
          <a:schemeClr val="tx1"/>
        </a:solidFill>
        <a:latin typeface="+mn-lt"/>
        <a:ea typeface="+mn-ea"/>
        <a:cs typeface="+mn-cs"/>
      </a:defRPr>
    </a:lvl7pPr>
    <a:lvl8pPr marL="17557834" algn="l" defTabSz="5016524" rtl="0" eaLnBrk="1" latinLnBrk="0" hangingPunct="1">
      <a:defRPr sz="6600" kern="1200">
        <a:solidFill>
          <a:schemeClr val="tx1"/>
        </a:solidFill>
        <a:latin typeface="+mn-lt"/>
        <a:ea typeface="+mn-ea"/>
        <a:cs typeface="+mn-cs"/>
      </a:defRPr>
    </a:lvl8pPr>
    <a:lvl9pPr marL="20066096" algn="l" defTabSz="5016524" rtl="0" eaLnBrk="1" latinLnBrk="0" hangingPunct="1">
      <a:defRPr sz="6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966913" y="696913"/>
            <a:ext cx="3051175" cy="34813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B10900-4326-417C-9F6E-28E576AF418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552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83932" y="13636204"/>
            <a:ext cx="32684562" cy="940918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67864" y="24874380"/>
            <a:ext cx="26916697" cy="1121785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5082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0165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5247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0330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5413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0495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7557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0660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212A-6D3E-47BD-8C7F-9F9545BCB4C3}" type="datetimeFigureOut">
              <a:rPr lang="en-US" smtClean="0"/>
              <a:t>4/5/2016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DE5A9-162E-465B-8839-C37880C03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955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212A-6D3E-47BD-8C7F-9F9545BCB4C3}" type="datetimeFigureOut">
              <a:rPr lang="en-US" smtClean="0"/>
              <a:t>4/5/2016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DE5A9-162E-465B-8839-C37880C03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213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476" y="28207223"/>
            <a:ext cx="32684562" cy="8718226"/>
          </a:xfrm>
        </p:spPr>
        <p:txBody>
          <a:bodyPr anchor="t"/>
          <a:lstStyle>
            <a:lvl1pPr algn="l">
              <a:defRPr sz="22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37476" y="18604986"/>
            <a:ext cx="32684562" cy="9602239"/>
          </a:xfrm>
        </p:spPr>
        <p:txBody>
          <a:bodyPr anchor="b"/>
          <a:lstStyle>
            <a:lvl1pPr marL="0" indent="0">
              <a:buNone/>
              <a:defRPr sz="10900">
                <a:solidFill>
                  <a:schemeClr val="tx1">
                    <a:tint val="75000"/>
                  </a:schemeClr>
                </a:solidFill>
              </a:defRPr>
            </a:lvl1pPr>
            <a:lvl2pPr marL="2508262" indent="0">
              <a:buNone/>
              <a:defRPr sz="9800">
                <a:solidFill>
                  <a:schemeClr val="tx1">
                    <a:tint val="75000"/>
                  </a:schemeClr>
                </a:solidFill>
              </a:defRPr>
            </a:lvl2pPr>
            <a:lvl3pPr marL="5016524" indent="0">
              <a:buNone/>
              <a:defRPr sz="8800">
                <a:solidFill>
                  <a:schemeClr val="tx1">
                    <a:tint val="75000"/>
                  </a:schemeClr>
                </a:solidFill>
              </a:defRPr>
            </a:lvl3pPr>
            <a:lvl4pPr marL="7524785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4pPr>
            <a:lvl5pPr marL="10033047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5pPr>
            <a:lvl6pPr marL="12541309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6pPr>
            <a:lvl7pPr marL="15049571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7pPr>
            <a:lvl8pPr marL="17557834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8pPr>
            <a:lvl9pPr marL="20066096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212A-6D3E-47BD-8C7F-9F9545BCB4C3}" type="datetimeFigureOut">
              <a:rPr lang="en-US" smtClean="0"/>
              <a:t>4/5/2016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DE5A9-162E-465B-8839-C37880C03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426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2621" y="10242395"/>
            <a:ext cx="16983155" cy="28969306"/>
          </a:xfrm>
        </p:spPr>
        <p:txBody>
          <a:bodyPr/>
          <a:lstStyle>
            <a:lvl1pPr>
              <a:defRPr sz="15400"/>
            </a:lvl1pPr>
            <a:lvl2pPr>
              <a:defRPr sz="13200"/>
            </a:lvl2pPr>
            <a:lvl3pPr>
              <a:defRPr sz="10900"/>
            </a:lvl3pPr>
            <a:lvl4pPr>
              <a:defRPr sz="9800"/>
            </a:lvl4pPr>
            <a:lvl5pPr>
              <a:defRPr sz="9800"/>
            </a:lvl5pPr>
            <a:lvl6pPr>
              <a:defRPr sz="9800"/>
            </a:lvl6pPr>
            <a:lvl7pPr>
              <a:defRPr sz="9800"/>
            </a:lvl7pPr>
            <a:lvl8pPr>
              <a:defRPr sz="9800"/>
            </a:lvl8pPr>
            <a:lvl9pPr>
              <a:defRPr sz="9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546649" y="10242395"/>
            <a:ext cx="16983155" cy="28969306"/>
          </a:xfrm>
        </p:spPr>
        <p:txBody>
          <a:bodyPr/>
          <a:lstStyle>
            <a:lvl1pPr>
              <a:defRPr sz="15400"/>
            </a:lvl1pPr>
            <a:lvl2pPr>
              <a:defRPr sz="13200"/>
            </a:lvl2pPr>
            <a:lvl3pPr>
              <a:defRPr sz="10900"/>
            </a:lvl3pPr>
            <a:lvl4pPr>
              <a:defRPr sz="9800"/>
            </a:lvl4pPr>
            <a:lvl5pPr>
              <a:defRPr sz="9800"/>
            </a:lvl5pPr>
            <a:lvl6pPr>
              <a:defRPr sz="9800"/>
            </a:lvl6pPr>
            <a:lvl7pPr>
              <a:defRPr sz="9800"/>
            </a:lvl7pPr>
            <a:lvl8pPr>
              <a:defRPr sz="9800"/>
            </a:lvl8pPr>
            <a:lvl9pPr>
              <a:defRPr sz="9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212A-6D3E-47BD-8C7F-9F9545BCB4C3}" type="datetimeFigureOut">
              <a:rPr lang="en-US" smtClean="0"/>
              <a:t>4/5/2016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DE5A9-162E-465B-8839-C37880C03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126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2621" y="9825792"/>
            <a:ext cx="16989831" cy="4094921"/>
          </a:xfrm>
        </p:spPr>
        <p:txBody>
          <a:bodyPr anchor="b"/>
          <a:lstStyle>
            <a:lvl1pPr marL="0" indent="0">
              <a:buNone/>
              <a:defRPr sz="13200" b="1"/>
            </a:lvl1pPr>
            <a:lvl2pPr marL="2508262" indent="0">
              <a:buNone/>
              <a:defRPr sz="10900" b="1"/>
            </a:lvl2pPr>
            <a:lvl3pPr marL="5016524" indent="0">
              <a:buNone/>
              <a:defRPr sz="9800" b="1"/>
            </a:lvl3pPr>
            <a:lvl4pPr marL="7524785" indent="0">
              <a:buNone/>
              <a:defRPr sz="8800" b="1"/>
            </a:lvl4pPr>
            <a:lvl5pPr marL="10033047" indent="0">
              <a:buNone/>
              <a:defRPr sz="8800" b="1"/>
            </a:lvl5pPr>
            <a:lvl6pPr marL="12541309" indent="0">
              <a:buNone/>
              <a:defRPr sz="8800" b="1"/>
            </a:lvl6pPr>
            <a:lvl7pPr marL="15049571" indent="0">
              <a:buNone/>
              <a:defRPr sz="8800" b="1"/>
            </a:lvl7pPr>
            <a:lvl8pPr marL="17557834" indent="0">
              <a:buNone/>
              <a:defRPr sz="8800" b="1"/>
            </a:lvl8pPr>
            <a:lvl9pPr marL="20066096" indent="0">
              <a:buNone/>
              <a:defRPr sz="8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2621" y="13920712"/>
            <a:ext cx="16989831" cy="25290988"/>
          </a:xfrm>
        </p:spPr>
        <p:txBody>
          <a:bodyPr/>
          <a:lstStyle>
            <a:lvl1pPr>
              <a:defRPr sz="13200"/>
            </a:lvl1pPr>
            <a:lvl2pPr>
              <a:defRPr sz="10900"/>
            </a:lvl2pPr>
            <a:lvl3pPr>
              <a:defRPr sz="9800"/>
            </a:lvl3pPr>
            <a:lvl4pPr>
              <a:defRPr sz="8800"/>
            </a:lvl4pPr>
            <a:lvl5pPr>
              <a:defRPr sz="8800"/>
            </a:lvl5pPr>
            <a:lvl6pPr>
              <a:defRPr sz="8800"/>
            </a:lvl6pPr>
            <a:lvl7pPr>
              <a:defRPr sz="8800"/>
            </a:lvl7pPr>
            <a:lvl8pPr>
              <a:defRPr sz="8800"/>
            </a:lvl8pPr>
            <a:lvl9pPr>
              <a:defRPr sz="8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9533300" y="9825792"/>
            <a:ext cx="16996506" cy="4094921"/>
          </a:xfrm>
        </p:spPr>
        <p:txBody>
          <a:bodyPr anchor="b"/>
          <a:lstStyle>
            <a:lvl1pPr marL="0" indent="0">
              <a:buNone/>
              <a:defRPr sz="13200" b="1"/>
            </a:lvl1pPr>
            <a:lvl2pPr marL="2508262" indent="0">
              <a:buNone/>
              <a:defRPr sz="10900" b="1"/>
            </a:lvl2pPr>
            <a:lvl3pPr marL="5016524" indent="0">
              <a:buNone/>
              <a:defRPr sz="9800" b="1"/>
            </a:lvl3pPr>
            <a:lvl4pPr marL="7524785" indent="0">
              <a:buNone/>
              <a:defRPr sz="8800" b="1"/>
            </a:lvl4pPr>
            <a:lvl5pPr marL="10033047" indent="0">
              <a:buNone/>
              <a:defRPr sz="8800" b="1"/>
            </a:lvl5pPr>
            <a:lvl6pPr marL="12541309" indent="0">
              <a:buNone/>
              <a:defRPr sz="8800" b="1"/>
            </a:lvl6pPr>
            <a:lvl7pPr marL="15049571" indent="0">
              <a:buNone/>
              <a:defRPr sz="8800" b="1"/>
            </a:lvl7pPr>
            <a:lvl8pPr marL="17557834" indent="0">
              <a:buNone/>
              <a:defRPr sz="8800" b="1"/>
            </a:lvl8pPr>
            <a:lvl9pPr marL="20066096" indent="0">
              <a:buNone/>
              <a:defRPr sz="8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9533300" y="13920712"/>
            <a:ext cx="16996506" cy="25290988"/>
          </a:xfrm>
        </p:spPr>
        <p:txBody>
          <a:bodyPr/>
          <a:lstStyle>
            <a:lvl1pPr>
              <a:defRPr sz="13200"/>
            </a:lvl1pPr>
            <a:lvl2pPr>
              <a:defRPr sz="10900"/>
            </a:lvl2pPr>
            <a:lvl3pPr>
              <a:defRPr sz="9800"/>
            </a:lvl3pPr>
            <a:lvl4pPr>
              <a:defRPr sz="8800"/>
            </a:lvl4pPr>
            <a:lvl5pPr>
              <a:defRPr sz="8800"/>
            </a:lvl5pPr>
            <a:lvl6pPr>
              <a:defRPr sz="8800"/>
            </a:lvl6pPr>
            <a:lvl7pPr>
              <a:defRPr sz="8800"/>
            </a:lvl7pPr>
            <a:lvl8pPr>
              <a:defRPr sz="8800"/>
            </a:lvl8pPr>
            <a:lvl9pPr>
              <a:defRPr sz="8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212A-6D3E-47BD-8C7F-9F9545BCB4C3}" type="datetimeFigureOut">
              <a:rPr lang="en-US" smtClean="0"/>
              <a:t>4/5/2016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DE5A9-162E-465B-8839-C37880C03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975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212A-6D3E-47BD-8C7F-9F9545BCB4C3}" type="datetimeFigureOut">
              <a:rPr lang="en-US" smtClean="0"/>
              <a:t>4/5/2016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DE5A9-162E-465B-8839-C37880C03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294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212A-6D3E-47BD-8C7F-9F9545BCB4C3}" type="datetimeFigureOut">
              <a:rPr lang="en-US" smtClean="0"/>
              <a:t>4/5/2016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DE5A9-162E-465B-8839-C37880C03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713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2624" y="1747710"/>
            <a:ext cx="12650583" cy="7437927"/>
          </a:xfrm>
        </p:spPr>
        <p:txBody>
          <a:bodyPr anchor="b"/>
          <a:lstStyle>
            <a:lvl1pPr algn="l">
              <a:defRPr sz="109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33830" y="1747714"/>
            <a:ext cx="21495974" cy="37463988"/>
          </a:xfrm>
        </p:spPr>
        <p:txBody>
          <a:bodyPr/>
          <a:lstStyle>
            <a:lvl1pPr>
              <a:defRPr sz="17500"/>
            </a:lvl1pPr>
            <a:lvl2pPr>
              <a:defRPr sz="15400"/>
            </a:lvl2pPr>
            <a:lvl3pPr>
              <a:defRPr sz="13200"/>
            </a:lvl3pPr>
            <a:lvl4pPr>
              <a:defRPr sz="10900"/>
            </a:lvl4pPr>
            <a:lvl5pPr>
              <a:defRPr sz="10900"/>
            </a:lvl5pPr>
            <a:lvl6pPr>
              <a:defRPr sz="10900"/>
            </a:lvl6pPr>
            <a:lvl7pPr>
              <a:defRPr sz="10900"/>
            </a:lvl7pPr>
            <a:lvl8pPr>
              <a:defRPr sz="10900"/>
            </a:lvl8pPr>
            <a:lvl9pPr>
              <a:defRPr sz="10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2624" y="9185642"/>
            <a:ext cx="12650583" cy="30026061"/>
          </a:xfrm>
        </p:spPr>
        <p:txBody>
          <a:bodyPr/>
          <a:lstStyle>
            <a:lvl1pPr marL="0" indent="0">
              <a:buNone/>
              <a:defRPr sz="7700"/>
            </a:lvl1pPr>
            <a:lvl2pPr marL="2508262" indent="0">
              <a:buNone/>
              <a:defRPr sz="6600"/>
            </a:lvl2pPr>
            <a:lvl3pPr marL="5016524" indent="0">
              <a:buNone/>
              <a:defRPr sz="5500"/>
            </a:lvl3pPr>
            <a:lvl4pPr marL="7524785" indent="0">
              <a:buNone/>
              <a:defRPr sz="4900"/>
            </a:lvl4pPr>
            <a:lvl5pPr marL="10033047" indent="0">
              <a:buNone/>
              <a:defRPr sz="4900"/>
            </a:lvl5pPr>
            <a:lvl6pPr marL="12541309" indent="0">
              <a:buNone/>
              <a:defRPr sz="4900"/>
            </a:lvl6pPr>
            <a:lvl7pPr marL="15049571" indent="0">
              <a:buNone/>
              <a:defRPr sz="4900"/>
            </a:lvl7pPr>
            <a:lvl8pPr marL="17557834" indent="0">
              <a:buNone/>
              <a:defRPr sz="4900"/>
            </a:lvl8pPr>
            <a:lvl9pPr marL="20066096" indent="0">
              <a:buNone/>
              <a:defRPr sz="4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212A-6D3E-47BD-8C7F-9F9545BCB4C3}" type="datetimeFigureOut">
              <a:rPr lang="en-US" smtClean="0"/>
              <a:t>4/5/2016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DE5A9-162E-465B-8839-C37880C03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084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36944" y="30727175"/>
            <a:ext cx="23071455" cy="3627517"/>
          </a:xfrm>
        </p:spPr>
        <p:txBody>
          <a:bodyPr anchor="b"/>
          <a:lstStyle>
            <a:lvl1pPr algn="l">
              <a:defRPr sz="109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536944" y="3922186"/>
            <a:ext cx="23071455" cy="26337578"/>
          </a:xfrm>
        </p:spPr>
        <p:txBody>
          <a:bodyPr/>
          <a:lstStyle>
            <a:lvl1pPr marL="0" indent="0">
              <a:buNone/>
              <a:defRPr sz="17500"/>
            </a:lvl1pPr>
            <a:lvl2pPr marL="2508262" indent="0">
              <a:buNone/>
              <a:defRPr sz="15400"/>
            </a:lvl2pPr>
            <a:lvl3pPr marL="5016524" indent="0">
              <a:buNone/>
              <a:defRPr sz="13200"/>
            </a:lvl3pPr>
            <a:lvl4pPr marL="7524785" indent="0">
              <a:buNone/>
              <a:defRPr sz="10900"/>
            </a:lvl4pPr>
            <a:lvl5pPr marL="10033047" indent="0">
              <a:buNone/>
              <a:defRPr sz="10900"/>
            </a:lvl5pPr>
            <a:lvl6pPr marL="12541309" indent="0">
              <a:buNone/>
              <a:defRPr sz="10900"/>
            </a:lvl6pPr>
            <a:lvl7pPr marL="15049571" indent="0">
              <a:buNone/>
              <a:defRPr sz="10900"/>
            </a:lvl7pPr>
            <a:lvl8pPr marL="17557834" indent="0">
              <a:buNone/>
              <a:defRPr sz="10900"/>
            </a:lvl8pPr>
            <a:lvl9pPr marL="20066096" indent="0">
              <a:buNone/>
              <a:defRPr sz="109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36944" y="34354691"/>
            <a:ext cx="23071455" cy="5151676"/>
          </a:xfrm>
        </p:spPr>
        <p:txBody>
          <a:bodyPr/>
          <a:lstStyle>
            <a:lvl1pPr marL="0" indent="0">
              <a:buNone/>
              <a:defRPr sz="7700"/>
            </a:lvl1pPr>
            <a:lvl2pPr marL="2508262" indent="0">
              <a:buNone/>
              <a:defRPr sz="6600"/>
            </a:lvl2pPr>
            <a:lvl3pPr marL="5016524" indent="0">
              <a:buNone/>
              <a:defRPr sz="5500"/>
            </a:lvl3pPr>
            <a:lvl4pPr marL="7524785" indent="0">
              <a:buNone/>
              <a:defRPr sz="4900"/>
            </a:lvl4pPr>
            <a:lvl5pPr marL="10033047" indent="0">
              <a:buNone/>
              <a:defRPr sz="4900"/>
            </a:lvl5pPr>
            <a:lvl6pPr marL="12541309" indent="0">
              <a:buNone/>
              <a:defRPr sz="4900"/>
            </a:lvl6pPr>
            <a:lvl7pPr marL="15049571" indent="0">
              <a:buNone/>
              <a:defRPr sz="4900"/>
            </a:lvl7pPr>
            <a:lvl8pPr marL="17557834" indent="0">
              <a:buNone/>
              <a:defRPr sz="4900"/>
            </a:lvl8pPr>
            <a:lvl9pPr marL="20066096" indent="0">
              <a:buNone/>
              <a:defRPr sz="4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212A-6D3E-47BD-8C7F-9F9545BCB4C3}" type="datetimeFigureOut">
              <a:rPr lang="en-US" smtClean="0"/>
              <a:t>4/5/2016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DE5A9-162E-465B-8839-C37880C03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729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212A-6D3E-47BD-8C7F-9F9545BCB4C3}" type="datetimeFigureOut">
              <a:rPr lang="en-US" smtClean="0"/>
              <a:t>4/5/2016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DE5A9-162E-465B-8839-C37880C03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646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7878008" y="1757878"/>
            <a:ext cx="8651796" cy="3745382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22621" y="1757878"/>
            <a:ext cx="25314513" cy="374538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7212A-6D3E-47BD-8C7F-9F9545BCB4C3}" type="datetimeFigureOut">
              <a:rPr lang="en-US" smtClean="0"/>
              <a:t>4/5/2016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DE5A9-162E-465B-8839-C37880C03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023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2621" y="1757874"/>
            <a:ext cx="34607183" cy="7315994"/>
          </a:xfrm>
          <a:prstGeom prst="rect">
            <a:avLst/>
          </a:prstGeom>
        </p:spPr>
        <p:txBody>
          <a:bodyPr vert="horz" lIns="501653" tIns="250826" rIns="501653" bIns="250826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2621" y="10242395"/>
            <a:ext cx="34607183" cy="28969306"/>
          </a:xfrm>
          <a:prstGeom prst="rect">
            <a:avLst/>
          </a:prstGeom>
        </p:spPr>
        <p:txBody>
          <a:bodyPr vert="horz" lIns="501653" tIns="250826" rIns="501653" bIns="250826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22622" y="40685059"/>
            <a:ext cx="8972232" cy="2337054"/>
          </a:xfrm>
          <a:prstGeom prst="rect">
            <a:avLst/>
          </a:prstGeom>
        </p:spPr>
        <p:txBody>
          <a:bodyPr vert="horz" lIns="501653" tIns="250826" rIns="501653" bIns="250826" rtlCol="0" anchor="ctr"/>
          <a:lstStyle>
            <a:lvl1pPr algn="l">
              <a:defRPr sz="6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97212A-6D3E-47BD-8C7F-9F9545BCB4C3}" type="datetimeFigureOut">
              <a:rPr lang="en-US" smtClean="0"/>
              <a:t>4/5/2016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137912" y="40685059"/>
            <a:ext cx="12176601" cy="2337054"/>
          </a:xfrm>
          <a:prstGeom prst="rect">
            <a:avLst/>
          </a:prstGeom>
        </p:spPr>
        <p:txBody>
          <a:bodyPr vert="horz" lIns="501653" tIns="250826" rIns="501653" bIns="250826" rtlCol="0" anchor="ctr"/>
          <a:lstStyle>
            <a:lvl1pPr algn="ctr">
              <a:defRPr sz="6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557572" y="40685059"/>
            <a:ext cx="8972232" cy="2337054"/>
          </a:xfrm>
          <a:prstGeom prst="rect">
            <a:avLst/>
          </a:prstGeom>
        </p:spPr>
        <p:txBody>
          <a:bodyPr vert="horz" lIns="501653" tIns="250826" rIns="501653" bIns="250826" rtlCol="0" anchor="ctr"/>
          <a:lstStyle>
            <a:lvl1pPr algn="r">
              <a:defRPr sz="6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DDE5A9-162E-465B-8839-C37880C03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464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016524" rtl="0" eaLnBrk="1" latinLnBrk="0" hangingPunct="1">
        <a:spcBef>
          <a:spcPct val="0"/>
        </a:spcBef>
        <a:buNone/>
        <a:defRPr sz="24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1196" indent="-1881196" algn="l" defTabSz="5016524" rtl="0" eaLnBrk="1" latinLnBrk="0" hangingPunct="1">
        <a:spcBef>
          <a:spcPct val="20000"/>
        </a:spcBef>
        <a:buFont typeface="Arial" panose="020B0604020202020204" pitchFamily="34" charset="0"/>
        <a:buChar char="•"/>
        <a:defRPr sz="17500" kern="1200">
          <a:solidFill>
            <a:schemeClr val="tx1"/>
          </a:solidFill>
          <a:latin typeface="+mn-lt"/>
          <a:ea typeface="+mn-ea"/>
          <a:cs typeface="+mn-cs"/>
        </a:defRPr>
      </a:lvl1pPr>
      <a:lvl2pPr marL="4075926" indent="-1567664" algn="l" defTabSz="5016524" rtl="0" eaLnBrk="1" latinLnBrk="0" hangingPunct="1">
        <a:spcBef>
          <a:spcPct val="20000"/>
        </a:spcBef>
        <a:buFont typeface="Arial" panose="020B0604020202020204" pitchFamily="34" charset="0"/>
        <a:buChar char="–"/>
        <a:defRPr sz="15400" kern="1200">
          <a:solidFill>
            <a:schemeClr val="tx1"/>
          </a:solidFill>
          <a:latin typeface="+mn-lt"/>
          <a:ea typeface="+mn-ea"/>
          <a:cs typeface="+mn-cs"/>
        </a:defRPr>
      </a:lvl2pPr>
      <a:lvl3pPr marL="6270655" indent="-1254131" algn="l" defTabSz="5016524" rtl="0" eaLnBrk="1" latinLnBrk="0" hangingPunct="1">
        <a:spcBef>
          <a:spcPct val="20000"/>
        </a:spcBef>
        <a:buFont typeface="Arial" panose="020B0604020202020204" pitchFamily="34" charset="0"/>
        <a:buChar char="•"/>
        <a:defRPr sz="13200" kern="1200">
          <a:solidFill>
            <a:schemeClr val="tx1"/>
          </a:solidFill>
          <a:latin typeface="+mn-lt"/>
          <a:ea typeface="+mn-ea"/>
          <a:cs typeface="+mn-cs"/>
        </a:defRPr>
      </a:lvl3pPr>
      <a:lvl4pPr marL="8778916" indent="-1254131" algn="l" defTabSz="5016524" rtl="0" eaLnBrk="1" latinLnBrk="0" hangingPunct="1">
        <a:spcBef>
          <a:spcPct val="20000"/>
        </a:spcBef>
        <a:buFont typeface="Arial" panose="020B0604020202020204" pitchFamily="34" charset="0"/>
        <a:buChar char="–"/>
        <a:defRPr sz="10900" kern="1200">
          <a:solidFill>
            <a:schemeClr val="tx1"/>
          </a:solidFill>
          <a:latin typeface="+mn-lt"/>
          <a:ea typeface="+mn-ea"/>
          <a:cs typeface="+mn-cs"/>
        </a:defRPr>
      </a:lvl4pPr>
      <a:lvl5pPr marL="11287178" indent="-1254131" algn="l" defTabSz="5016524" rtl="0" eaLnBrk="1" latinLnBrk="0" hangingPunct="1">
        <a:spcBef>
          <a:spcPct val="20000"/>
        </a:spcBef>
        <a:buFont typeface="Arial" panose="020B0604020202020204" pitchFamily="34" charset="0"/>
        <a:buChar char="»"/>
        <a:defRPr sz="10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95440" indent="-1254131" algn="l" defTabSz="5016524" rtl="0" eaLnBrk="1" latinLnBrk="0" hangingPunct="1">
        <a:spcBef>
          <a:spcPct val="20000"/>
        </a:spcBef>
        <a:buFont typeface="Arial" panose="020B0604020202020204" pitchFamily="34" charset="0"/>
        <a:buChar char="•"/>
        <a:defRPr sz="10900" kern="1200">
          <a:solidFill>
            <a:schemeClr val="tx1"/>
          </a:solidFill>
          <a:latin typeface="+mn-lt"/>
          <a:ea typeface="+mn-ea"/>
          <a:cs typeface="+mn-cs"/>
        </a:defRPr>
      </a:lvl6pPr>
      <a:lvl7pPr marL="16303703" indent="-1254131" algn="l" defTabSz="5016524" rtl="0" eaLnBrk="1" latinLnBrk="0" hangingPunct="1">
        <a:spcBef>
          <a:spcPct val="20000"/>
        </a:spcBef>
        <a:buFont typeface="Arial" panose="020B0604020202020204" pitchFamily="34" charset="0"/>
        <a:buChar char="•"/>
        <a:defRPr sz="10900" kern="1200">
          <a:solidFill>
            <a:schemeClr val="tx1"/>
          </a:solidFill>
          <a:latin typeface="+mn-lt"/>
          <a:ea typeface="+mn-ea"/>
          <a:cs typeface="+mn-cs"/>
        </a:defRPr>
      </a:lvl7pPr>
      <a:lvl8pPr marL="18811965" indent="-1254131" algn="l" defTabSz="5016524" rtl="0" eaLnBrk="1" latinLnBrk="0" hangingPunct="1">
        <a:spcBef>
          <a:spcPct val="20000"/>
        </a:spcBef>
        <a:buFont typeface="Arial" panose="020B0604020202020204" pitchFamily="34" charset="0"/>
        <a:buChar char="•"/>
        <a:defRPr sz="10900" kern="1200">
          <a:solidFill>
            <a:schemeClr val="tx1"/>
          </a:solidFill>
          <a:latin typeface="+mn-lt"/>
          <a:ea typeface="+mn-ea"/>
          <a:cs typeface="+mn-cs"/>
        </a:defRPr>
      </a:lvl8pPr>
      <a:lvl9pPr marL="21320227" indent="-1254131" algn="l" defTabSz="5016524" rtl="0" eaLnBrk="1" latinLnBrk="0" hangingPunct="1">
        <a:spcBef>
          <a:spcPct val="20000"/>
        </a:spcBef>
        <a:buFont typeface="Arial" panose="020B0604020202020204" pitchFamily="34" charset="0"/>
        <a:buChar char="•"/>
        <a:defRPr sz="10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16524" rtl="0" eaLnBrk="1" latinLnBrk="0" hangingPunct="1">
        <a:defRPr sz="9800" kern="1200">
          <a:solidFill>
            <a:schemeClr val="tx1"/>
          </a:solidFill>
          <a:latin typeface="+mn-lt"/>
          <a:ea typeface="+mn-ea"/>
          <a:cs typeface="+mn-cs"/>
        </a:defRPr>
      </a:lvl1pPr>
      <a:lvl2pPr marL="2508262" algn="l" defTabSz="5016524" rtl="0" eaLnBrk="1" latinLnBrk="0" hangingPunct="1">
        <a:defRPr sz="9800" kern="1200">
          <a:solidFill>
            <a:schemeClr val="tx1"/>
          </a:solidFill>
          <a:latin typeface="+mn-lt"/>
          <a:ea typeface="+mn-ea"/>
          <a:cs typeface="+mn-cs"/>
        </a:defRPr>
      </a:lvl2pPr>
      <a:lvl3pPr marL="5016524" algn="l" defTabSz="5016524" rtl="0" eaLnBrk="1" latinLnBrk="0" hangingPunct="1">
        <a:defRPr sz="9800" kern="1200">
          <a:solidFill>
            <a:schemeClr val="tx1"/>
          </a:solidFill>
          <a:latin typeface="+mn-lt"/>
          <a:ea typeface="+mn-ea"/>
          <a:cs typeface="+mn-cs"/>
        </a:defRPr>
      </a:lvl3pPr>
      <a:lvl4pPr marL="7524785" algn="l" defTabSz="5016524" rtl="0" eaLnBrk="1" latinLnBrk="0" hangingPunct="1">
        <a:defRPr sz="9800" kern="1200">
          <a:solidFill>
            <a:schemeClr val="tx1"/>
          </a:solidFill>
          <a:latin typeface="+mn-lt"/>
          <a:ea typeface="+mn-ea"/>
          <a:cs typeface="+mn-cs"/>
        </a:defRPr>
      </a:lvl4pPr>
      <a:lvl5pPr marL="10033047" algn="l" defTabSz="5016524" rtl="0" eaLnBrk="1" latinLnBrk="0" hangingPunct="1">
        <a:defRPr sz="9800" kern="1200">
          <a:solidFill>
            <a:schemeClr val="tx1"/>
          </a:solidFill>
          <a:latin typeface="+mn-lt"/>
          <a:ea typeface="+mn-ea"/>
          <a:cs typeface="+mn-cs"/>
        </a:defRPr>
      </a:lvl5pPr>
      <a:lvl6pPr marL="12541309" algn="l" defTabSz="5016524" rtl="0" eaLnBrk="1" latinLnBrk="0" hangingPunct="1">
        <a:defRPr sz="9800" kern="1200">
          <a:solidFill>
            <a:schemeClr val="tx1"/>
          </a:solidFill>
          <a:latin typeface="+mn-lt"/>
          <a:ea typeface="+mn-ea"/>
          <a:cs typeface="+mn-cs"/>
        </a:defRPr>
      </a:lvl6pPr>
      <a:lvl7pPr marL="15049571" algn="l" defTabSz="5016524" rtl="0" eaLnBrk="1" latinLnBrk="0" hangingPunct="1">
        <a:defRPr sz="9800" kern="1200">
          <a:solidFill>
            <a:schemeClr val="tx1"/>
          </a:solidFill>
          <a:latin typeface="+mn-lt"/>
          <a:ea typeface="+mn-ea"/>
          <a:cs typeface="+mn-cs"/>
        </a:defRPr>
      </a:lvl7pPr>
      <a:lvl8pPr marL="17557834" algn="l" defTabSz="5016524" rtl="0" eaLnBrk="1" latinLnBrk="0" hangingPunct="1">
        <a:defRPr sz="9800" kern="1200">
          <a:solidFill>
            <a:schemeClr val="tx1"/>
          </a:solidFill>
          <a:latin typeface="+mn-lt"/>
          <a:ea typeface="+mn-ea"/>
          <a:cs typeface="+mn-cs"/>
        </a:defRPr>
      </a:lvl8pPr>
      <a:lvl9pPr marL="20066096" algn="l" defTabSz="5016524" rtl="0" eaLnBrk="1" latinLnBrk="0" hangingPunct="1">
        <a:defRPr sz="9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image" Target="../media/image11.png"/><Relationship Id="rId18" Type="http://schemas.openxmlformats.org/officeDocument/2006/relationships/diagramQuickStyle" Target="../diagrams/quickStyle1.xml"/><Relationship Id="rId3" Type="http://schemas.openxmlformats.org/officeDocument/2006/relationships/image" Target="../media/image1.png"/><Relationship Id="rId21" Type="http://schemas.openxmlformats.org/officeDocument/2006/relationships/image" Target="../media/image14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diagramLayout" Target="../diagrams/layout1.xml"/><Relationship Id="rId2" Type="http://schemas.openxmlformats.org/officeDocument/2006/relationships/notesSlide" Target="../notesSlides/notesSlide1.xml"/><Relationship Id="rId16" Type="http://schemas.openxmlformats.org/officeDocument/2006/relationships/diagramData" Target="../diagrams/data1.xml"/><Relationship Id="rId20" Type="http://schemas.microsoft.com/office/2007/relationships/diagramDrawing" Target="../diagrams/drawing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jpg"/><Relationship Id="rId10" Type="http://schemas.openxmlformats.org/officeDocument/2006/relationships/image" Target="../media/image8.png"/><Relationship Id="rId19" Type="http://schemas.openxmlformats.org/officeDocument/2006/relationships/diagramColors" Target="../diagrams/colors1.xml"/><Relationship Id="rId4" Type="http://schemas.openxmlformats.org/officeDocument/2006/relationships/image" Target="../media/image2.gif"/><Relationship Id="rId9" Type="http://schemas.openxmlformats.org/officeDocument/2006/relationships/image" Target="../media/image7.jp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"/>
          <p:cNvSpPr txBox="1">
            <a:spLocks noChangeArrowheads="1"/>
          </p:cNvSpPr>
          <p:nvPr/>
        </p:nvSpPr>
        <p:spPr bwMode="auto">
          <a:xfrm>
            <a:off x="4188537" y="3221"/>
            <a:ext cx="30212531" cy="6502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26738" tIns="263369" rIns="526738" bIns="263369">
            <a:spAutoFit/>
          </a:bodyPr>
          <a:lstStyle>
            <a:lvl1pPr defTabSz="2193925" eaLnBrk="0" hangingPunct="0"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1pPr>
            <a:lvl2pPr marL="742950" indent="-285750" defTabSz="2193925" eaLnBrk="0" hangingPunct="0"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2pPr>
            <a:lvl3pPr marL="1143000" indent="-228600" defTabSz="2193925" eaLnBrk="0" hangingPunct="0"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3pPr>
            <a:lvl4pPr marL="1600200" indent="-228600" defTabSz="2193925" eaLnBrk="0" hangingPunct="0"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4pPr>
            <a:lvl5pPr marL="2057400" indent="-228600" defTabSz="2193925" eaLnBrk="0" hangingPunct="0"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5pPr>
            <a:lvl6pPr marL="25146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6pPr>
            <a:lvl7pPr marL="29718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7pPr>
            <a:lvl8pPr marL="34290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8pPr>
            <a:lvl9pPr marL="3886200" indent="-228600" defTabSz="219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9pPr>
          </a:lstStyle>
          <a:p>
            <a:pPr algn="ctr" eaLnBrk="1" hangingPunct="1">
              <a:spcAft>
                <a:spcPts val="1200"/>
              </a:spcAft>
            </a:pPr>
            <a:r>
              <a:rPr lang="en-US" sz="7600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</a:rPr>
              <a:t>Machine learning methods as a tool to catalyze the systems biology workflow</a:t>
            </a:r>
            <a:endParaRPr lang="en-US" altLang="x-none" sz="7600" b="1" dirty="0">
              <a:solidFill>
                <a:schemeClr val="accent5">
                  <a:lumMod val="75000"/>
                </a:schemeClr>
              </a:solidFill>
              <a:latin typeface="Cambria" pitchFamily="18" charset="0"/>
            </a:endParaRPr>
          </a:p>
          <a:p>
            <a:pPr algn="ctr" eaLnBrk="1" hangingPunct="1"/>
            <a:r>
              <a:rPr lang="en-US" altLang="x-none" sz="4000" b="1" dirty="0">
                <a:solidFill>
                  <a:schemeClr val="accent5">
                    <a:lumMod val="75000"/>
                  </a:schemeClr>
                </a:solidFill>
                <a:latin typeface="Cambria" pitchFamily="18" charset="0"/>
              </a:rPr>
              <a:t>Sanjan TP </a:t>
            </a:r>
            <a:r>
              <a:rPr lang="en-US" altLang="x-none" sz="4000" b="1" dirty="0" smtClean="0">
                <a:solidFill>
                  <a:schemeClr val="accent5">
                    <a:lumMod val="75000"/>
                  </a:schemeClr>
                </a:solidFill>
                <a:latin typeface="Cambria" pitchFamily="18" charset="0"/>
              </a:rPr>
              <a:t>Gupta</a:t>
            </a:r>
            <a:r>
              <a:rPr lang="en-US" altLang="x-none" sz="4000" b="1" baseline="30000" dirty="0" smtClean="0">
                <a:solidFill>
                  <a:schemeClr val="accent5">
                    <a:lumMod val="75000"/>
                  </a:schemeClr>
                </a:solidFill>
                <a:latin typeface="Cambria" pitchFamily="18" charset="0"/>
              </a:rPr>
              <a:t>*1,2</a:t>
            </a:r>
            <a:r>
              <a:rPr lang="en-US" altLang="x-none" sz="4000" b="1" dirty="0" smtClean="0">
                <a:solidFill>
                  <a:schemeClr val="accent5">
                    <a:lumMod val="75000"/>
                  </a:schemeClr>
                </a:solidFill>
                <a:latin typeface="Cambria" pitchFamily="18" charset="0"/>
              </a:rPr>
              <a:t>, </a:t>
            </a:r>
            <a:r>
              <a:rPr lang="en-US" altLang="x-none" sz="4000" b="1" dirty="0">
                <a:solidFill>
                  <a:schemeClr val="accent5">
                    <a:lumMod val="75000"/>
                  </a:schemeClr>
                </a:solidFill>
                <a:latin typeface="Cambria" pitchFamily="18" charset="0"/>
              </a:rPr>
              <a:t>Parmesh Ramanathan</a:t>
            </a:r>
            <a:r>
              <a:rPr lang="en-US" altLang="x-none" sz="4000" b="1" baseline="30000" dirty="0">
                <a:solidFill>
                  <a:schemeClr val="accent5">
                    <a:lumMod val="75000"/>
                  </a:schemeClr>
                </a:solidFill>
                <a:latin typeface="Cambria" pitchFamily="18" charset="0"/>
              </a:rPr>
              <a:t>3</a:t>
            </a:r>
            <a:r>
              <a:rPr lang="en-US" altLang="x-none" sz="4000" b="1" dirty="0">
                <a:solidFill>
                  <a:schemeClr val="accent5">
                    <a:lumMod val="75000"/>
                  </a:schemeClr>
                </a:solidFill>
                <a:latin typeface="Cambria" pitchFamily="18" charset="0"/>
              </a:rPr>
              <a:t> and Jennifer L. Reed</a:t>
            </a:r>
            <a:r>
              <a:rPr lang="en-US" altLang="x-none" sz="4000" b="1" baseline="30000" dirty="0">
                <a:solidFill>
                  <a:schemeClr val="accent5">
                    <a:lumMod val="75000"/>
                  </a:schemeClr>
                </a:solidFill>
                <a:latin typeface="Cambria" pitchFamily="18" charset="0"/>
              </a:rPr>
              <a:t>1,2</a:t>
            </a:r>
          </a:p>
          <a:p>
            <a:pPr algn="ctr" eaLnBrk="1" hangingPunct="1"/>
            <a:r>
              <a:rPr lang="en-US" altLang="x-none" sz="4000" b="1" baseline="30000" dirty="0">
                <a:solidFill>
                  <a:schemeClr val="accent5">
                    <a:lumMod val="75000"/>
                  </a:schemeClr>
                </a:solidFill>
                <a:latin typeface="Cambria" pitchFamily="18" charset="0"/>
              </a:rPr>
              <a:t>1</a:t>
            </a:r>
            <a:r>
              <a:rPr lang="en-US" altLang="x-none" sz="4000" b="1" dirty="0">
                <a:solidFill>
                  <a:schemeClr val="accent5">
                    <a:lumMod val="75000"/>
                  </a:schemeClr>
                </a:solidFill>
                <a:latin typeface="Cambria" pitchFamily="18" charset="0"/>
              </a:rPr>
              <a:t>Department of Chemical and Biological Engineering, UW-Madison, Madison, WI 53706</a:t>
            </a:r>
          </a:p>
          <a:p>
            <a:pPr algn="ctr" eaLnBrk="1" hangingPunct="1"/>
            <a:r>
              <a:rPr lang="en-US" altLang="x-none" sz="4000" b="1" baseline="30000" dirty="0" smtClean="0">
                <a:solidFill>
                  <a:schemeClr val="accent5">
                    <a:lumMod val="75000"/>
                  </a:schemeClr>
                </a:solidFill>
                <a:latin typeface="Cambria" pitchFamily="18" charset="0"/>
              </a:rPr>
              <a:t>2</a:t>
            </a:r>
            <a:r>
              <a:rPr lang="en-US" altLang="x-none" sz="4000" b="1" dirty="0" smtClean="0">
                <a:solidFill>
                  <a:schemeClr val="accent5">
                    <a:lumMod val="75000"/>
                  </a:schemeClr>
                </a:solidFill>
                <a:latin typeface="Cambria" pitchFamily="18" charset="0"/>
              </a:rPr>
              <a:t>Great </a:t>
            </a:r>
            <a:r>
              <a:rPr lang="en-US" altLang="x-none" sz="4000" b="1" dirty="0">
                <a:solidFill>
                  <a:schemeClr val="accent5">
                    <a:lumMod val="75000"/>
                  </a:schemeClr>
                </a:solidFill>
                <a:latin typeface="Cambria" pitchFamily="18" charset="0"/>
              </a:rPr>
              <a:t>Lakes Bioenergy Research Center, Madison, WI 53706</a:t>
            </a:r>
          </a:p>
          <a:p>
            <a:pPr algn="ctr" eaLnBrk="1" hangingPunct="1"/>
            <a:r>
              <a:rPr lang="en-US" altLang="x-none" sz="4000" b="1" baseline="30000" dirty="0">
                <a:solidFill>
                  <a:schemeClr val="accent5">
                    <a:lumMod val="75000"/>
                  </a:schemeClr>
                </a:solidFill>
                <a:latin typeface="Cambria" pitchFamily="18" charset="0"/>
              </a:rPr>
              <a:t>3</a:t>
            </a:r>
            <a:r>
              <a:rPr lang="en-US" altLang="x-none" sz="4000" b="1" dirty="0">
                <a:solidFill>
                  <a:schemeClr val="accent5">
                    <a:lumMod val="75000"/>
                  </a:schemeClr>
                </a:solidFill>
                <a:latin typeface="Cambria" pitchFamily="18" charset="0"/>
              </a:rPr>
              <a:t>Department of Electrical and Computer Engineering, Madison, WI 53706</a:t>
            </a:r>
          </a:p>
          <a:p>
            <a:pPr algn="ctr" eaLnBrk="1" hangingPunct="1"/>
            <a:endParaRPr lang="en-US" altLang="x-none" sz="5800" b="1" dirty="0">
              <a:solidFill>
                <a:srgbClr val="376092"/>
              </a:solidFill>
              <a:latin typeface="Cambria" pitchFamily="18" charset="0"/>
            </a:endParaRPr>
          </a:p>
        </p:txBody>
      </p:sp>
      <p:sp>
        <p:nvSpPr>
          <p:cNvPr id="176" name="AutoShape 8"/>
          <p:cNvSpPr>
            <a:spLocks noChangeArrowheads="1"/>
          </p:cNvSpPr>
          <p:nvPr/>
        </p:nvSpPr>
        <p:spPr bwMode="auto">
          <a:xfrm>
            <a:off x="108000" y="5412698"/>
            <a:ext cx="38112833" cy="38254640"/>
          </a:xfrm>
          <a:prstGeom prst="roundRect">
            <a:avLst>
              <a:gd name="adj" fmla="val 2316"/>
            </a:avLst>
          </a:prstGeom>
          <a:solidFill>
            <a:schemeClr val="accent5"/>
          </a:solidFill>
          <a:ln w="9525">
            <a:solidFill>
              <a:srgbClr val="000000"/>
            </a:solidFill>
            <a:round/>
            <a:headEnd/>
            <a:tailEnd/>
          </a:ln>
          <a:extLst/>
        </p:spPr>
        <p:txBody>
          <a:bodyPr wrap="none" lIns="476539" tIns="238270" rIns="476539" bIns="238270" anchor="ctr"/>
          <a:lstStyle/>
          <a:p>
            <a:pPr algn="ctr" defTabSz="4764803"/>
            <a:endParaRPr lang="x-none" altLang="x-none" sz="5300" b="1">
              <a:latin typeface="Cambria" pitchFamily="18" charset="0"/>
            </a:endParaRPr>
          </a:p>
        </p:txBody>
      </p:sp>
      <p:pic>
        <p:nvPicPr>
          <p:cNvPr id="135" name="Picture 116" descr="UW-Madison 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840" y="243854"/>
            <a:ext cx="3585697" cy="3644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7" name="AutoShape 8"/>
          <p:cNvSpPr>
            <a:spLocks noChangeArrowheads="1"/>
          </p:cNvSpPr>
          <p:nvPr/>
        </p:nvSpPr>
        <p:spPr bwMode="auto">
          <a:xfrm>
            <a:off x="450147" y="5623456"/>
            <a:ext cx="37445865" cy="6545916"/>
          </a:xfrm>
          <a:prstGeom prst="roundRect">
            <a:avLst>
              <a:gd name="adj" fmla="val 13347"/>
            </a:avLst>
          </a:prstGeom>
          <a:solidFill>
            <a:schemeClr val="bg1"/>
          </a:solidFill>
          <a:ln w="9525">
            <a:solidFill>
              <a:srgbClr val="000000"/>
            </a:solidFill>
            <a:round/>
            <a:headEnd/>
            <a:tailEnd/>
          </a:ln>
          <a:extLst/>
        </p:spPr>
        <p:txBody>
          <a:bodyPr wrap="none" lIns="476539" tIns="238270" rIns="476539" bIns="238270" anchor="ctr"/>
          <a:lstStyle/>
          <a:p>
            <a:pPr algn="ctr" defTabSz="4764803"/>
            <a:r>
              <a:rPr lang="en-IN" altLang="x-none" sz="5300" b="1" dirty="0" smtClean="0">
                <a:latin typeface="Cambria" pitchFamily="18" charset="0"/>
              </a:rPr>
              <a:t> </a:t>
            </a:r>
            <a:endParaRPr lang="x-none" altLang="x-none" sz="5300" b="1">
              <a:latin typeface="Cambria" pitchFamily="18" charset="0"/>
            </a:endParaRPr>
          </a:p>
        </p:txBody>
      </p:sp>
      <p:sp>
        <p:nvSpPr>
          <p:cNvPr id="138" name="Text Box 9"/>
          <p:cNvSpPr txBox="1">
            <a:spLocks noChangeArrowheads="1"/>
          </p:cNvSpPr>
          <p:nvPr/>
        </p:nvSpPr>
        <p:spPr bwMode="auto">
          <a:xfrm>
            <a:off x="13211888" y="7020239"/>
            <a:ext cx="12075162" cy="4062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3970338" eaLnBrk="0" hangingPunct="0"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1pPr>
            <a:lvl2pPr marL="742950" indent="-285750" defTabSz="3970338" eaLnBrk="0" hangingPunct="0"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2pPr>
            <a:lvl3pPr marL="1143000" indent="-228600" defTabSz="3970338" eaLnBrk="0" hangingPunct="0"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3pPr>
            <a:lvl4pPr marL="1600200" indent="-228600" defTabSz="3970338" eaLnBrk="0" hangingPunct="0"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4pPr>
            <a:lvl5pPr marL="2057400" indent="-228600" defTabSz="3970338" eaLnBrk="0" hangingPunct="0"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5pPr>
            <a:lvl6pPr marL="2514600" indent="-228600" defTabSz="39703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6pPr>
            <a:lvl7pPr marL="2971800" indent="-228600" defTabSz="39703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7pPr>
            <a:lvl8pPr marL="3429000" indent="-228600" defTabSz="39703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8pPr>
            <a:lvl9pPr marL="3886200" indent="-228600" defTabSz="39703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9pPr>
          </a:lstStyle>
          <a:p>
            <a:pPr marL="571500" indent="-571500" algn="just" eaLnBrk="1" hangingPunct="1">
              <a:spcBef>
                <a:spcPct val="50000"/>
              </a:spcBef>
              <a:buFont typeface="Arial" pitchFamily="34" charset="0"/>
              <a:buChar char="•"/>
            </a:pPr>
            <a:r>
              <a:rPr lang="en-US" altLang="x-none" sz="4400" dirty="0" smtClean="0">
                <a:latin typeface="Cambria" pitchFamily="18" charset="0"/>
              </a:rPr>
              <a:t>Microbes have been engineered to overproduce a wide range of commodity chemicals</a:t>
            </a:r>
          </a:p>
          <a:p>
            <a:pPr marL="571500" indent="-571500" algn="just" eaLnBrk="1" hangingPunct="1">
              <a:buFont typeface="Arial" pitchFamily="34" charset="0"/>
              <a:buChar char="•"/>
            </a:pPr>
            <a:r>
              <a:rPr lang="en-US" altLang="x-none" sz="4400" dirty="0" smtClean="0">
                <a:latin typeface="Cambria" pitchFamily="18" charset="0"/>
              </a:rPr>
              <a:t>Metabolic knowledgebase is still incomplete – unable to harness full potential</a:t>
            </a:r>
          </a:p>
          <a:p>
            <a:pPr marL="571500" indent="-571500" algn="just" eaLnBrk="1" hangingPunct="1">
              <a:buFont typeface="Arial" pitchFamily="34" charset="0"/>
              <a:buChar char="•"/>
            </a:pPr>
            <a:r>
              <a:rPr lang="en-US" altLang="x-none" sz="4400" dirty="0" smtClean="0">
                <a:latin typeface="Cambria" pitchFamily="18" charset="0"/>
              </a:rPr>
              <a:t>Advances in synthetic biology have enabled engineering enzymes to catalyze novel reactions</a:t>
            </a:r>
            <a:endParaRPr lang="en-US" altLang="x-none" sz="4400" dirty="0">
              <a:latin typeface="Cambria" pitchFamily="18" charset="0"/>
            </a:endParaRPr>
          </a:p>
        </p:txBody>
      </p:sp>
      <p:sp>
        <p:nvSpPr>
          <p:cNvPr id="139" name="Text Box 58"/>
          <p:cNvSpPr txBox="1">
            <a:spLocks noChangeArrowheads="1"/>
          </p:cNvSpPr>
          <p:nvPr/>
        </p:nvSpPr>
        <p:spPr bwMode="auto">
          <a:xfrm>
            <a:off x="13641696" y="5716260"/>
            <a:ext cx="10519492" cy="1219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76539" tIns="238270" rIns="476539" bIns="238270">
            <a:spAutoFit/>
          </a:bodyPr>
          <a:lstStyle>
            <a:lvl1pPr defTabSz="3970338" eaLnBrk="0" hangingPunct="0"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1pPr>
            <a:lvl2pPr marL="742950" indent="-285750" defTabSz="3970338" eaLnBrk="0" hangingPunct="0"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2pPr>
            <a:lvl3pPr marL="1143000" indent="-228600" defTabSz="3970338" eaLnBrk="0" hangingPunct="0"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3pPr>
            <a:lvl4pPr marL="1600200" indent="-228600" defTabSz="3970338" eaLnBrk="0" hangingPunct="0"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4pPr>
            <a:lvl5pPr marL="2057400" indent="-228600" defTabSz="3970338" eaLnBrk="0" hangingPunct="0"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5pPr>
            <a:lvl6pPr marL="2514600" indent="-228600" defTabSz="39703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6pPr>
            <a:lvl7pPr marL="2971800" indent="-228600" defTabSz="39703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7pPr>
            <a:lvl8pPr marL="3429000" indent="-228600" defTabSz="39703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8pPr>
            <a:lvl9pPr marL="3886200" indent="-228600" defTabSz="39703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 sz="4800" b="1" dirty="0" smtClean="0">
                <a:latin typeface="Cambria" pitchFamily="18" charset="0"/>
                <a:ea typeface="ＭＳ Ｐゴシック" pitchFamily="-84" charset="-128"/>
              </a:rPr>
              <a:t>Background:</a:t>
            </a:r>
            <a:endParaRPr lang="en-US" altLang="x-none" sz="4800" b="1" dirty="0">
              <a:latin typeface="Cambria" pitchFamily="18" charset="0"/>
              <a:ea typeface="ＭＳ Ｐゴシック" pitchFamily="-84" charset="-128"/>
            </a:endParaRPr>
          </a:p>
        </p:txBody>
      </p:sp>
      <p:sp>
        <p:nvSpPr>
          <p:cNvPr id="164" name="AutoShape 74"/>
          <p:cNvSpPr>
            <a:spLocks noChangeArrowheads="1"/>
          </p:cNvSpPr>
          <p:nvPr/>
        </p:nvSpPr>
        <p:spPr bwMode="auto">
          <a:xfrm>
            <a:off x="25699132" y="22639892"/>
            <a:ext cx="12259942" cy="6955773"/>
          </a:xfrm>
          <a:prstGeom prst="roundRect">
            <a:avLst>
              <a:gd name="adj" fmla="val 9676"/>
            </a:avLst>
          </a:prstGeom>
          <a:solidFill>
            <a:schemeClr val="bg1"/>
          </a:solidFill>
          <a:ln w="9525">
            <a:solidFill>
              <a:srgbClr val="000000"/>
            </a:solidFill>
            <a:round/>
            <a:headEnd/>
            <a:tailEnd/>
          </a:ln>
          <a:extLst/>
        </p:spPr>
        <p:txBody>
          <a:bodyPr wrap="none" lIns="476431" tIns="238216" rIns="476431" bIns="238216" anchor="ctr"/>
          <a:lstStyle/>
          <a:p>
            <a:pPr algn="ctr" defTabSz="4764803"/>
            <a:endParaRPr lang="x-none" altLang="x-none" sz="5300" b="1" dirty="0">
              <a:latin typeface="Cambria" pitchFamily="18" charset="0"/>
            </a:endParaRPr>
          </a:p>
        </p:txBody>
      </p:sp>
      <p:sp>
        <p:nvSpPr>
          <p:cNvPr id="161" name="Text Box 24"/>
          <p:cNvSpPr txBox="1">
            <a:spLocks noChangeArrowheads="1"/>
          </p:cNvSpPr>
          <p:nvPr/>
        </p:nvSpPr>
        <p:spPr bwMode="auto">
          <a:xfrm>
            <a:off x="25803984" y="22708800"/>
            <a:ext cx="11484859" cy="6790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76539" tIns="238270" rIns="476539" bIns="238270">
            <a:spAutoFit/>
          </a:bodyPr>
          <a:lstStyle>
            <a:lvl1pPr defTabSz="3970338" eaLnBrk="0" hangingPunct="0"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1pPr>
            <a:lvl2pPr marL="742950" indent="-285750" defTabSz="3970338" eaLnBrk="0" hangingPunct="0"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2pPr>
            <a:lvl3pPr marL="1143000" indent="-228600" defTabSz="3970338" eaLnBrk="0" hangingPunct="0"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3pPr>
            <a:lvl4pPr marL="1600200" indent="-228600" defTabSz="3970338" eaLnBrk="0" hangingPunct="0"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4pPr>
            <a:lvl5pPr marL="2057400" indent="-228600" defTabSz="3970338" eaLnBrk="0" hangingPunct="0"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5pPr>
            <a:lvl6pPr marL="2514600" indent="-228600" defTabSz="39703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6pPr>
            <a:lvl7pPr marL="2971800" indent="-228600" defTabSz="39703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7pPr>
            <a:lvl8pPr marL="3429000" indent="-228600" defTabSz="39703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8pPr>
            <a:lvl9pPr marL="3886200" indent="-228600" defTabSz="39703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x-none" sz="4800" b="1" dirty="0">
                <a:latin typeface="Cambria" pitchFamily="18" charset="0"/>
              </a:rPr>
              <a:t>Conclusions </a:t>
            </a:r>
            <a:r>
              <a:rPr lang="en-US" altLang="x-none" sz="4800" b="1" dirty="0" smtClean="0">
                <a:latin typeface="Cambria" pitchFamily="18" charset="0"/>
              </a:rPr>
              <a:t>and </a:t>
            </a:r>
            <a:r>
              <a:rPr lang="en-US" altLang="x-none" sz="4800" b="1" dirty="0">
                <a:latin typeface="Cambria" pitchFamily="18" charset="0"/>
              </a:rPr>
              <a:t>f</a:t>
            </a:r>
            <a:r>
              <a:rPr lang="en-US" altLang="x-none" sz="4800" b="1" dirty="0" smtClean="0">
                <a:latin typeface="Cambria" pitchFamily="18" charset="0"/>
              </a:rPr>
              <a:t>uture scope:</a:t>
            </a:r>
            <a:endParaRPr lang="en-US" altLang="x-none" sz="4400" dirty="0" smtClean="0">
              <a:latin typeface="Cambria" pitchFamily="18" charset="0"/>
            </a:endParaRPr>
          </a:p>
          <a:p>
            <a:pPr marL="685857" indent="-685857" eaLnBrk="1" hangingPunct="1">
              <a:spcBef>
                <a:spcPts val="1200"/>
              </a:spcBef>
              <a:buFont typeface="Arial"/>
              <a:buChar char="•"/>
            </a:pPr>
            <a:r>
              <a:rPr lang="en-US" altLang="x-none" sz="4400" dirty="0" smtClean="0">
                <a:latin typeface="Cambria" pitchFamily="18" charset="0"/>
              </a:rPr>
              <a:t>Preliminary </a:t>
            </a:r>
            <a:r>
              <a:rPr lang="en-US" altLang="x-none" sz="4400" dirty="0">
                <a:latin typeface="Cambria" pitchFamily="18" charset="0"/>
              </a:rPr>
              <a:t>results are highly promising for use of ML based approaches</a:t>
            </a:r>
          </a:p>
          <a:p>
            <a:pPr marL="685857" indent="-685857" eaLnBrk="1" hangingPunct="1">
              <a:buFont typeface="Arial"/>
              <a:buChar char="•"/>
            </a:pPr>
            <a:r>
              <a:rPr lang="en-US" altLang="x-none" sz="4400" dirty="0">
                <a:latin typeface="Cambria" pitchFamily="18" charset="0"/>
              </a:rPr>
              <a:t>Use of active learning methods might be highly beneficial for intelligently choosing the data points to </a:t>
            </a:r>
            <a:r>
              <a:rPr lang="en-US" altLang="x-none" sz="4400" dirty="0" smtClean="0">
                <a:latin typeface="Cambria" pitchFamily="18" charset="0"/>
              </a:rPr>
              <a:t>label</a:t>
            </a:r>
          </a:p>
          <a:p>
            <a:pPr marL="685857" indent="-685857" eaLnBrk="1" hangingPunct="1">
              <a:buFont typeface="Arial"/>
              <a:buChar char="•"/>
            </a:pPr>
            <a:r>
              <a:rPr lang="en-US" altLang="x-none" sz="4400" dirty="0" smtClean="0">
                <a:latin typeface="Cambria" pitchFamily="18" charset="0"/>
              </a:rPr>
              <a:t>Has </a:t>
            </a:r>
            <a:r>
              <a:rPr lang="en-US" altLang="x-none" sz="4400" dirty="0">
                <a:latin typeface="Cambria" pitchFamily="18" charset="0"/>
              </a:rPr>
              <a:t>huge potential to reduce the number of “design-test-build” iterations i.e. fasten </a:t>
            </a:r>
            <a:r>
              <a:rPr lang="en-US" altLang="x-none" sz="4400" i="1" dirty="0">
                <a:latin typeface="Cambria" pitchFamily="18" charset="0"/>
              </a:rPr>
              <a:t>SysBio</a:t>
            </a:r>
            <a:r>
              <a:rPr lang="en-US" altLang="x-none" sz="4400" dirty="0">
                <a:latin typeface="Cambria" pitchFamily="18" charset="0"/>
              </a:rPr>
              <a:t> </a:t>
            </a:r>
            <a:r>
              <a:rPr lang="en-US" altLang="x-none" sz="4400" dirty="0" smtClean="0">
                <a:latin typeface="Cambria" pitchFamily="18" charset="0"/>
              </a:rPr>
              <a:t>workflow</a:t>
            </a:r>
            <a:endParaRPr lang="en-US" altLang="x-none" sz="5800" b="1" dirty="0">
              <a:latin typeface="Cambria" pitchFamily="18" charset="0"/>
            </a:endParaRPr>
          </a:p>
        </p:txBody>
      </p:sp>
      <p:sp>
        <p:nvSpPr>
          <p:cNvPr id="33" name="AutoShape 74"/>
          <p:cNvSpPr>
            <a:spLocks noChangeArrowheads="1"/>
          </p:cNvSpPr>
          <p:nvPr/>
        </p:nvSpPr>
        <p:spPr bwMode="auto">
          <a:xfrm>
            <a:off x="413440" y="22638756"/>
            <a:ext cx="12245006" cy="20794775"/>
          </a:xfrm>
          <a:prstGeom prst="roundRect">
            <a:avLst>
              <a:gd name="adj" fmla="val 9676"/>
            </a:avLst>
          </a:prstGeom>
          <a:solidFill>
            <a:schemeClr val="bg1"/>
          </a:solidFill>
          <a:ln w="9525">
            <a:solidFill>
              <a:srgbClr val="000000"/>
            </a:solidFill>
            <a:round/>
            <a:headEnd/>
            <a:tailEnd/>
          </a:ln>
          <a:extLst/>
        </p:spPr>
        <p:txBody>
          <a:bodyPr wrap="none" lIns="476431" tIns="238216" rIns="476431" bIns="238216" anchor="ctr"/>
          <a:lstStyle/>
          <a:p>
            <a:pPr defTabSz="4764803"/>
            <a:endParaRPr lang="en-IN" altLang="x-none" sz="5300" b="1" dirty="0" smtClean="0">
              <a:latin typeface="Cambria" pitchFamily="18" charset="0"/>
            </a:endParaRPr>
          </a:p>
          <a:p>
            <a:pPr defTabSz="4764803"/>
            <a:endParaRPr lang="en-IN" altLang="x-none" sz="5300" b="1" dirty="0">
              <a:latin typeface="Cambria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1268" y="22922536"/>
            <a:ext cx="11789349" cy="13868422"/>
          </a:xfrm>
          <a:prstGeom prst="rect">
            <a:avLst/>
          </a:prstGeom>
          <a:noFill/>
        </p:spPr>
        <p:txBody>
          <a:bodyPr wrap="square" lIns="109737" tIns="54869" rIns="109737" bIns="54869" rtlCol="0">
            <a:spAutoFit/>
          </a:bodyPr>
          <a:lstStyle/>
          <a:p>
            <a:pPr defTabSz="4764803">
              <a:spcBef>
                <a:spcPts val="1200"/>
              </a:spcBef>
            </a:pPr>
            <a:r>
              <a:rPr lang="en-IN" altLang="x-none" sz="4800" b="1" dirty="0">
                <a:latin typeface="Cambria" pitchFamily="18" charset="0"/>
              </a:rPr>
              <a:t>Methodology</a:t>
            </a:r>
            <a:r>
              <a:rPr lang="en-IN" altLang="x-none" sz="4800" b="1" dirty="0" smtClean="0">
                <a:latin typeface="Cambria" pitchFamily="18" charset="0"/>
              </a:rPr>
              <a:t>:</a:t>
            </a:r>
            <a:endParaRPr lang="en-IN" altLang="x-none" sz="4800" dirty="0" smtClean="0">
              <a:latin typeface="Cambria" pitchFamily="18" charset="0"/>
            </a:endParaRPr>
          </a:p>
          <a:p>
            <a:pPr marL="571500" indent="-571500" defTabSz="4764803">
              <a:spcBef>
                <a:spcPts val="1200"/>
              </a:spcBef>
              <a:buFont typeface="Arial" pitchFamily="34" charset="0"/>
              <a:buChar char="•"/>
            </a:pPr>
            <a:r>
              <a:rPr lang="en-IN" altLang="x-none" sz="4400" dirty="0" smtClean="0">
                <a:latin typeface="Cambria" pitchFamily="18" charset="0"/>
              </a:rPr>
              <a:t>Computed </a:t>
            </a:r>
            <a:r>
              <a:rPr lang="en-IN" altLang="x-none" sz="4400" dirty="0" smtClean="0">
                <a:latin typeface="Cambria" pitchFamily="18" charset="0"/>
              </a:rPr>
              <a:t>compound based features (e.g. connectivity, stereochemistry &amp; electronic properties)</a:t>
            </a:r>
          </a:p>
          <a:p>
            <a:pPr marL="571500" indent="-571500" defTabSz="4764803">
              <a:buFont typeface="Arial" pitchFamily="34" charset="0"/>
              <a:buChar char="•"/>
            </a:pPr>
            <a:r>
              <a:rPr lang="en-IN" altLang="x-none" sz="4400" dirty="0" smtClean="0">
                <a:latin typeface="Cambria" pitchFamily="18" charset="0"/>
              </a:rPr>
              <a:t>Applied different classification based Machine Learning (ML) approaches</a:t>
            </a:r>
          </a:p>
          <a:p>
            <a:pPr marL="571500" indent="-571500" defTabSz="4764803">
              <a:buFont typeface="Arial" pitchFamily="34" charset="0"/>
              <a:buChar char="•"/>
            </a:pPr>
            <a:endParaRPr lang="en-IN" altLang="x-none" sz="4400" dirty="0" smtClean="0">
              <a:latin typeface="Cambria" pitchFamily="18" charset="0"/>
            </a:endParaRPr>
          </a:p>
          <a:p>
            <a:pPr marL="571500" indent="-571500" defTabSz="4764803">
              <a:buFont typeface="Arial" pitchFamily="34" charset="0"/>
              <a:buChar char="•"/>
            </a:pPr>
            <a:endParaRPr lang="en-IN" altLang="x-none" sz="4400" dirty="0">
              <a:latin typeface="Cambria" pitchFamily="18" charset="0"/>
            </a:endParaRPr>
          </a:p>
          <a:p>
            <a:pPr marL="571500" indent="-571500" defTabSz="4764803">
              <a:buFont typeface="Arial" pitchFamily="34" charset="0"/>
              <a:buChar char="•"/>
            </a:pPr>
            <a:endParaRPr lang="en-IN" altLang="x-none" sz="4400" dirty="0" smtClean="0">
              <a:latin typeface="Cambria" pitchFamily="18" charset="0"/>
            </a:endParaRPr>
          </a:p>
          <a:p>
            <a:pPr marL="571500" indent="-571500" defTabSz="4764803">
              <a:buFont typeface="Arial" pitchFamily="34" charset="0"/>
              <a:buChar char="•"/>
            </a:pPr>
            <a:endParaRPr lang="en-IN" altLang="x-none" sz="4400" dirty="0">
              <a:latin typeface="Cambria" pitchFamily="18" charset="0"/>
            </a:endParaRPr>
          </a:p>
          <a:p>
            <a:pPr marL="571500" indent="-571500" defTabSz="4764803">
              <a:buFont typeface="Arial" pitchFamily="34" charset="0"/>
              <a:buChar char="•"/>
            </a:pPr>
            <a:endParaRPr lang="en-IN" altLang="x-none" sz="4400" dirty="0" smtClean="0">
              <a:latin typeface="Cambria" pitchFamily="18" charset="0"/>
            </a:endParaRPr>
          </a:p>
          <a:p>
            <a:pPr defTabSz="4764803"/>
            <a:endParaRPr lang="en-IN" altLang="x-none" sz="4400" dirty="0">
              <a:latin typeface="Cambria" pitchFamily="18" charset="0"/>
            </a:endParaRPr>
          </a:p>
          <a:p>
            <a:pPr marL="571500" indent="-571500" defTabSz="4764803">
              <a:buFont typeface="Arial" pitchFamily="34" charset="0"/>
              <a:buChar char="•"/>
            </a:pPr>
            <a:endParaRPr lang="en-IN" altLang="x-none" sz="4400" dirty="0" smtClean="0">
              <a:latin typeface="Cambria" pitchFamily="18" charset="0"/>
            </a:endParaRPr>
          </a:p>
          <a:p>
            <a:pPr marL="571500" indent="-571500" defTabSz="4764803">
              <a:buFont typeface="Arial" pitchFamily="34" charset="0"/>
              <a:buChar char="•"/>
            </a:pPr>
            <a:endParaRPr lang="en-IN" altLang="x-none" sz="4400" dirty="0" smtClean="0">
              <a:latin typeface="Cambria" pitchFamily="18" charset="0"/>
            </a:endParaRPr>
          </a:p>
          <a:p>
            <a:pPr marL="571500" indent="-571500" defTabSz="4764803">
              <a:buFont typeface="Arial" pitchFamily="34" charset="0"/>
              <a:buChar char="•"/>
            </a:pPr>
            <a:endParaRPr lang="en-IN" altLang="x-none" sz="4400" dirty="0" smtClean="0">
              <a:latin typeface="Cambria" pitchFamily="18" charset="0"/>
            </a:endParaRPr>
          </a:p>
          <a:p>
            <a:pPr marL="571500" indent="-571500" defTabSz="4764803">
              <a:buFont typeface="Arial" pitchFamily="34" charset="0"/>
              <a:buChar char="•"/>
            </a:pPr>
            <a:endParaRPr lang="en-IN" altLang="x-none" sz="4400" dirty="0" smtClean="0">
              <a:latin typeface="Cambria" pitchFamily="18" charset="0"/>
            </a:endParaRPr>
          </a:p>
          <a:p>
            <a:pPr marL="571500" indent="-571500" defTabSz="4764803">
              <a:buFont typeface="Arial" pitchFamily="34" charset="0"/>
              <a:buChar char="•"/>
            </a:pPr>
            <a:r>
              <a:rPr lang="en-IN" altLang="x-none" sz="4400" dirty="0" smtClean="0">
                <a:latin typeface="Cambria" pitchFamily="18" charset="0"/>
              </a:rPr>
              <a:t>Analysed </a:t>
            </a:r>
            <a:r>
              <a:rPr lang="en-IN" altLang="x-none" sz="4400" dirty="0" smtClean="0">
                <a:latin typeface="Cambria" pitchFamily="18" charset="0"/>
              </a:rPr>
              <a:t>in terms of Receiver Operating Characteristic (ROC) curve and  the number of misclassifications</a:t>
            </a:r>
          </a:p>
          <a:p>
            <a:pPr marL="571500" indent="-571500" defTabSz="4764803">
              <a:buFont typeface="Arial" pitchFamily="34" charset="0"/>
              <a:buChar char="•"/>
            </a:pPr>
            <a:endParaRPr lang="en-IN" altLang="x-none" sz="4400" dirty="0">
              <a:latin typeface="Cambria" pitchFamily="18" charset="0"/>
            </a:endParaRPr>
          </a:p>
        </p:txBody>
      </p:sp>
      <p:sp>
        <p:nvSpPr>
          <p:cNvPr id="8" name="AutoShape 37" descr="Image result for Funnel"/>
          <p:cNvSpPr>
            <a:spLocks noChangeAspect="1" noChangeArrowheads="1"/>
          </p:cNvSpPr>
          <p:nvPr/>
        </p:nvSpPr>
        <p:spPr bwMode="auto">
          <a:xfrm>
            <a:off x="136282" y="-136525"/>
            <a:ext cx="235018" cy="26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6" name="Group 5"/>
          <p:cNvGrpSpPr/>
          <p:nvPr/>
        </p:nvGrpSpPr>
        <p:grpSpPr>
          <a:xfrm>
            <a:off x="28030048" y="6147786"/>
            <a:ext cx="7525097" cy="5623381"/>
            <a:chOff x="3465095" y="6119432"/>
            <a:chExt cx="8590391" cy="5623381"/>
          </a:xfrm>
        </p:grpSpPr>
        <p:grpSp>
          <p:nvGrpSpPr>
            <p:cNvPr id="5" name="Group 4"/>
            <p:cNvGrpSpPr/>
            <p:nvPr/>
          </p:nvGrpSpPr>
          <p:grpSpPr>
            <a:xfrm>
              <a:off x="3465095" y="6119432"/>
              <a:ext cx="8590391" cy="5623381"/>
              <a:chOff x="3465095" y="6119432"/>
              <a:chExt cx="8590391" cy="5623381"/>
            </a:xfrm>
          </p:grpSpPr>
          <p:pic>
            <p:nvPicPr>
              <p:cNvPr id="16" name="Picture 15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65095" y="6119432"/>
                <a:ext cx="8590391" cy="5623381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586518" y="7065320"/>
                <a:ext cx="678946" cy="955261"/>
              </a:xfrm>
              <a:prstGeom prst="rect">
                <a:avLst/>
              </a:prstGeom>
            </p:spPr>
          </p:pic>
          <p:pic>
            <p:nvPicPr>
              <p:cNvPr id="2098" name="Picture 50" descr="C:\Users\hp\Box Sync\research\Submissions\WARF_Discovery_Challenge\q_mark.png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55905" y="7780032"/>
                <a:ext cx="709768" cy="9986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60" name="Picture 50" descr="C:\Users\hp\Box Sync\research\Submissions\WARF_Discovery_Challenge\q_mark.pn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11354" y="10294705"/>
              <a:ext cx="354884" cy="4993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8" name="Picture 1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84933" y="645963"/>
            <a:ext cx="5402982" cy="3242618"/>
          </a:xfrm>
          <a:prstGeom prst="rect">
            <a:avLst/>
          </a:prstGeom>
        </p:spPr>
      </p:pic>
      <p:sp>
        <p:nvSpPr>
          <p:cNvPr id="48" name="AutoShape 74"/>
          <p:cNvSpPr>
            <a:spLocks noChangeArrowheads="1"/>
          </p:cNvSpPr>
          <p:nvPr/>
        </p:nvSpPr>
        <p:spPr bwMode="auto">
          <a:xfrm>
            <a:off x="25699132" y="30087405"/>
            <a:ext cx="12259944" cy="5190011"/>
          </a:xfrm>
          <a:prstGeom prst="roundRect">
            <a:avLst>
              <a:gd name="adj" fmla="val 9676"/>
            </a:avLst>
          </a:prstGeom>
          <a:solidFill>
            <a:schemeClr val="bg1"/>
          </a:solidFill>
          <a:ln w="9525">
            <a:solidFill>
              <a:srgbClr val="000000"/>
            </a:solidFill>
            <a:round/>
            <a:headEnd/>
            <a:tailEnd/>
          </a:ln>
          <a:extLst/>
        </p:spPr>
        <p:txBody>
          <a:bodyPr wrap="none" lIns="396993" tIns="198497" rIns="396993" bIns="198497" anchor="ctr"/>
          <a:lstStyle/>
          <a:p>
            <a:pPr algn="ctr" defTabSz="4764803"/>
            <a:r>
              <a:rPr lang="en-IN" altLang="x-none" sz="5300" b="1" dirty="0" smtClean="0">
                <a:latin typeface="Cambria" pitchFamily="18" charset="0"/>
              </a:rPr>
              <a:t> </a:t>
            </a:r>
            <a:endParaRPr lang="x-none" altLang="x-none" sz="5300" b="1">
              <a:latin typeface="Cambria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6187569" y="30389473"/>
            <a:ext cx="11668077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4800" b="1" dirty="0">
                <a:solidFill>
                  <a:prstClr val="black"/>
                </a:solidFill>
                <a:latin typeface="Cambria" pitchFamily="18" charset="0"/>
              </a:rPr>
              <a:t>Acknowledgements</a:t>
            </a:r>
            <a:r>
              <a:rPr lang="en-IN" sz="4800" b="1" dirty="0" smtClean="0">
                <a:solidFill>
                  <a:prstClr val="black"/>
                </a:solidFill>
                <a:latin typeface="Cambria" pitchFamily="18" charset="0"/>
              </a:rPr>
              <a:t>:</a:t>
            </a:r>
            <a:endParaRPr lang="en-IN" sz="3600" dirty="0" smtClean="0">
              <a:latin typeface="Cambria" pitchFamily="18" charset="0"/>
            </a:endParaRPr>
          </a:p>
          <a:p>
            <a:pPr marL="1143000" indent="-1143000">
              <a:spcBef>
                <a:spcPts val="1200"/>
              </a:spcBef>
              <a:buFont typeface="Arial" pitchFamily="34" charset="0"/>
              <a:buChar char="•"/>
            </a:pPr>
            <a:r>
              <a:rPr lang="en-IN" sz="3600" dirty="0" smtClean="0">
                <a:latin typeface="Cambria" pitchFamily="18" charset="0"/>
              </a:rPr>
              <a:t>This </a:t>
            </a:r>
            <a:r>
              <a:rPr lang="en-IN" sz="3600" dirty="0">
                <a:latin typeface="Cambria" pitchFamily="18" charset="0"/>
              </a:rPr>
              <a:t>work was funded by the U.S. Department of Energy Great Lakes Bioenergy Research Center (DOE BER Office of Science DE-FC02-07ER64494</a:t>
            </a:r>
            <a:r>
              <a:rPr lang="en-IN" sz="3600" dirty="0" smtClean="0">
                <a:latin typeface="Cambria" pitchFamily="18" charset="0"/>
              </a:rPr>
              <a:t>)</a:t>
            </a:r>
          </a:p>
          <a:p>
            <a:pPr marL="1143000" indent="-1143000">
              <a:buFont typeface="Arial" pitchFamily="34" charset="0"/>
              <a:buChar char="•"/>
            </a:pPr>
            <a:r>
              <a:rPr lang="en-IN" sz="3600" dirty="0" smtClean="0">
                <a:latin typeface="Cambria" pitchFamily="18" charset="0"/>
              </a:rPr>
              <a:t>We would like to thank Prof. David Page, Dept. of Biostatistics &amp; Medical Informatics and Dept. of Computer Sciences, UW –Madison for his valuable suggestions.</a:t>
            </a:r>
            <a:endParaRPr lang="en-IN" sz="3600" dirty="0">
              <a:latin typeface="Cambria" pitchFamily="18" charset="0"/>
            </a:endParaRPr>
          </a:p>
        </p:txBody>
      </p:sp>
      <p:sp>
        <p:nvSpPr>
          <p:cNvPr id="71" name="AutoShape 74"/>
          <p:cNvSpPr>
            <a:spLocks noChangeArrowheads="1"/>
          </p:cNvSpPr>
          <p:nvPr/>
        </p:nvSpPr>
        <p:spPr bwMode="auto">
          <a:xfrm>
            <a:off x="13030000" y="12539003"/>
            <a:ext cx="12245006" cy="14012040"/>
          </a:xfrm>
          <a:prstGeom prst="roundRect">
            <a:avLst>
              <a:gd name="adj" fmla="val 9676"/>
            </a:avLst>
          </a:prstGeom>
          <a:solidFill>
            <a:schemeClr val="bg1"/>
          </a:solidFill>
          <a:ln w="9525">
            <a:solidFill>
              <a:srgbClr val="000000"/>
            </a:solidFill>
            <a:round/>
            <a:headEnd/>
            <a:tailEnd/>
          </a:ln>
          <a:extLst/>
        </p:spPr>
        <p:txBody>
          <a:bodyPr wrap="none" lIns="476431" tIns="238216" rIns="476431" bIns="238216" anchor="ctr"/>
          <a:lstStyle/>
          <a:p>
            <a:pPr algn="ctr" defTabSz="4764803"/>
            <a:endParaRPr lang="x-none" altLang="x-none" sz="5300" b="1" dirty="0">
              <a:latin typeface="Cambria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632" y="36790958"/>
            <a:ext cx="4034395" cy="417607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550" y="27920954"/>
            <a:ext cx="5333199" cy="440125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36560" y="27424171"/>
            <a:ext cx="57422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 smtClean="0">
                <a:latin typeface="Cambria" pitchFamily="18" charset="0"/>
              </a:rPr>
              <a:t>a)</a:t>
            </a:r>
            <a:r>
              <a:rPr lang="en-IN" sz="2800" dirty="0">
                <a:latin typeface="Cambria" pitchFamily="18" charset="0"/>
              </a:rPr>
              <a:t>	</a:t>
            </a:r>
            <a:r>
              <a:rPr lang="en-IN" sz="2800" dirty="0" smtClean="0">
                <a:latin typeface="Cambria" pitchFamily="18" charset="0"/>
              </a:rPr>
              <a:t>b</a:t>
            </a:r>
            <a:r>
              <a:rPr lang="en-IN" sz="2800" dirty="0" smtClean="0">
                <a:latin typeface="Cambria" pitchFamily="18" charset="0"/>
              </a:rPr>
              <a:t>) </a:t>
            </a:r>
            <a:endParaRPr lang="en-IN" sz="2800" dirty="0">
              <a:latin typeface="Cambria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57087" y="32302104"/>
            <a:ext cx="121967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 smtClean="0">
                <a:latin typeface="Cambria" pitchFamily="18" charset="0"/>
              </a:rPr>
              <a:t>Fig. 1. </a:t>
            </a:r>
            <a:r>
              <a:rPr lang="en-IN" sz="3600" dirty="0" smtClean="0">
                <a:latin typeface="Cambria" pitchFamily="18" charset="0"/>
              </a:rPr>
              <a:t>Schematic showing (a) k-Nearest Neighbour (with k=3) and (b) Decision Tree algorithms</a:t>
            </a:r>
            <a:endParaRPr lang="en-IN" sz="3600" dirty="0">
              <a:latin typeface="Cambria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71359" y="41120271"/>
            <a:ext cx="11395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 smtClean="0">
                <a:latin typeface="Cambria" pitchFamily="18" charset="0"/>
              </a:rPr>
              <a:t>Fig. 2. </a:t>
            </a:r>
            <a:r>
              <a:rPr lang="en-IN" sz="3600" dirty="0" smtClean="0">
                <a:latin typeface="Cambria" pitchFamily="18" charset="0"/>
              </a:rPr>
              <a:t>Representative figures showing  (a) ROC plot wherein True Positive Rate = TP/(TP + FN) and False Positive Rate = FP/(TN + FP) (b) Confusion matrix</a:t>
            </a:r>
            <a:endParaRPr lang="en-IN" sz="3600" b="1" dirty="0">
              <a:latin typeface="Cambria" pitchFamily="18" charset="0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3509075" y="6024795"/>
            <a:ext cx="6290279" cy="5557464"/>
            <a:chOff x="3982040" y="6024795"/>
            <a:chExt cx="6290279" cy="5557464"/>
          </a:xfrm>
        </p:grpSpPr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97315" y="6504910"/>
              <a:ext cx="3575004" cy="4664117"/>
            </a:xfrm>
            <a:prstGeom prst="rect">
              <a:avLst/>
            </a:prstGeom>
          </p:spPr>
        </p:pic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82040" y="6024795"/>
              <a:ext cx="1290024" cy="1846652"/>
            </a:xfrm>
            <a:prstGeom prst="rect">
              <a:avLst/>
            </a:prstGeom>
          </p:spPr>
        </p:pic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37744">
              <a:off x="4071222" y="9738802"/>
              <a:ext cx="780208" cy="1843457"/>
            </a:xfrm>
            <a:prstGeom prst="rect">
              <a:avLst/>
            </a:prstGeom>
          </p:spPr>
        </p:pic>
        <p:cxnSp>
          <p:nvCxnSpPr>
            <p:cNvPr id="38" name="Straight Arrow Connector 37"/>
            <p:cNvCxnSpPr/>
            <p:nvPr/>
          </p:nvCxnSpPr>
          <p:spPr>
            <a:xfrm flipH="1" flipV="1">
              <a:off x="5311931" y="6948121"/>
              <a:ext cx="1869497" cy="68624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 flipH="1">
              <a:off x="4989595" y="10026869"/>
              <a:ext cx="2191832" cy="608912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4329188" y="7911255"/>
              <a:ext cx="297863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3600" dirty="0" smtClean="0"/>
                <a:t>.</a:t>
              </a:r>
            </a:p>
            <a:p>
              <a:r>
                <a:rPr lang="en-IN" sz="3600" dirty="0" smtClean="0"/>
                <a:t>.</a:t>
              </a:r>
            </a:p>
            <a:p>
              <a:r>
                <a:rPr lang="en-IN" sz="3600" dirty="0"/>
                <a:t>.</a:t>
              </a: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9003" y="27920954"/>
            <a:ext cx="4383665" cy="403371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66677" y="36106307"/>
            <a:ext cx="59570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 smtClean="0">
                <a:latin typeface="Cambria" pitchFamily="18" charset="0"/>
              </a:rPr>
              <a:t>a) 	    b) </a:t>
            </a:r>
            <a:endParaRPr lang="en-IN" sz="2800" dirty="0">
              <a:latin typeface="Cambria" pitchFamily="18" charset="0"/>
            </a:endParaRPr>
          </a:p>
        </p:txBody>
      </p:sp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4512" y="12802426"/>
            <a:ext cx="11860727" cy="11674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7" name="AutoShape 74"/>
          <p:cNvSpPr>
            <a:spLocks noChangeArrowheads="1"/>
          </p:cNvSpPr>
          <p:nvPr/>
        </p:nvSpPr>
        <p:spPr bwMode="auto">
          <a:xfrm>
            <a:off x="413440" y="12539003"/>
            <a:ext cx="12245006" cy="4554560"/>
          </a:xfrm>
          <a:prstGeom prst="roundRect">
            <a:avLst>
              <a:gd name="adj" fmla="val 9676"/>
            </a:avLst>
          </a:prstGeom>
          <a:solidFill>
            <a:schemeClr val="bg1"/>
          </a:solidFill>
          <a:ln w="9525">
            <a:solidFill>
              <a:srgbClr val="000000"/>
            </a:solidFill>
            <a:round/>
            <a:headEnd/>
            <a:tailEnd/>
          </a:ln>
          <a:extLst/>
        </p:spPr>
        <p:txBody>
          <a:bodyPr wrap="none" lIns="396993" tIns="198497" rIns="396993" bIns="198497" anchor="ctr"/>
          <a:lstStyle/>
          <a:p>
            <a:pPr algn="ctr" defTabSz="4764803"/>
            <a:r>
              <a:rPr lang="en-IN" altLang="x-none" sz="5300" b="1" dirty="0" smtClean="0">
                <a:latin typeface="Cambria" pitchFamily="18" charset="0"/>
              </a:rPr>
              <a:t> </a:t>
            </a:r>
            <a:endParaRPr lang="x-none" altLang="x-none" sz="5300" b="1">
              <a:latin typeface="Cambria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74181" y="12683381"/>
            <a:ext cx="11693096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764803"/>
            <a:r>
              <a:rPr lang="en-IN" altLang="x-none" sz="4800" b="1" dirty="0">
                <a:solidFill>
                  <a:prstClr val="black"/>
                </a:solidFill>
                <a:latin typeface="Cambria" pitchFamily="18" charset="0"/>
              </a:rPr>
              <a:t>Objectives:</a:t>
            </a:r>
            <a:endParaRPr lang="en-IN" altLang="x-none" sz="4400" dirty="0">
              <a:solidFill>
                <a:prstClr val="black"/>
              </a:solidFill>
              <a:latin typeface="Cambria" pitchFamily="18" charset="0"/>
            </a:endParaRPr>
          </a:p>
          <a:p>
            <a:pPr marL="685857" lvl="0" indent="-685857" defTabSz="4764803">
              <a:spcBef>
                <a:spcPts val="1200"/>
              </a:spcBef>
              <a:buFont typeface="Arial" pitchFamily="34" charset="0"/>
              <a:buChar char="•"/>
            </a:pPr>
            <a:r>
              <a:rPr lang="en-IN" altLang="x-none" sz="4400" dirty="0">
                <a:solidFill>
                  <a:prstClr val="black"/>
                </a:solidFill>
                <a:latin typeface="Cambria" pitchFamily="18" charset="0"/>
              </a:rPr>
              <a:t>Identify highly promising substrates for an enzyme</a:t>
            </a:r>
          </a:p>
          <a:p>
            <a:pPr marL="685857" lvl="0" indent="-685857" defTabSz="4764803">
              <a:buFont typeface="Arial" pitchFamily="34" charset="0"/>
              <a:buChar char="•"/>
            </a:pPr>
            <a:r>
              <a:rPr lang="en-IN" altLang="x-none" sz="4400" dirty="0">
                <a:solidFill>
                  <a:prstClr val="black"/>
                </a:solidFill>
                <a:latin typeface="Cambria" pitchFamily="18" charset="0"/>
              </a:rPr>
              <a:t>Test the novel reactions experimentally</a:t>
            </a:r>
          </a:p>
          <a:p>
            <a:pPr marL="685857" lvl="0" indent="-685857" defTabSz="4764803">
              <a:buFont typeface="Arial" pitchFamily="34" charset="0"/>
              <a:buChar char="•"/>
            </a:pPr>
            <a:r>
              <a:rPr lang="en-IN" altLang="x-none" sz="4400" dirty="0">
                <a:solidFill>
                  <a:prstClr val="black"/>
                </a:solidFill>
                <a:latin typeface="Cambria" pitchFamily="18" charset="0"/>
              </a:rPr>
              <a:t>Database of candidate reactions for  each enzyme </a:t>
            </a:r>
            <a:r>
              <a:rPr lang="en-IN" altLang="x-none" sz="4400" dirty="0" smtClean="0">
                <a:solidFill>
                  <a:prstClr val="black"/>
                </a:solidFill>
                <a:latin typeface="Cambria" pitchFamily="18" charset="0"/>
              </a:rPr>
              <a:t>class</a:t>
            </a:r>
            <a:endParaRPr lang="en-IN" dirty="0"/>
          </a:p>
        </p:txBody>
      </p:sp>
      <p:sp>
        <p:nvSpPr>
          <p:cNvPr id="61" name="Text Box 58"/>
          <p:cNvSpPr txBox="1">
            <a:spLocks noChangeArrowheads="1"/>
          </p:cNvSpPr>
          <p:nvPr/>
        </p:nvSpPr>
        <p:spPr bwMode="auto">
          <a:xfrm>
            <a:off x="13866237" y="24407855"/>
            <a:ext cx="10820899" cy="214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76539" tIns="238270" rIns="476539" bIns="238270">
            <a:spAutoFit/>
          </a:bodyPr>
          <a:lstStyle>
            <a:lvl1pPr defTabSz="3970338" eaLnBrk="0" hangingPunct="0"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1pPr>
            <a:lvl2pPr marL="742950" indent="-285750" defTabSz="3970338" eaLnBrk="0" hangingPunct="0"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2pPr>
            <a:lvl3pPr marL="1143000" indent="-228600" defTabSz="3970338" eaLnBrk="0" hangingPunct="0"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3pPr>
            <a:lvl4pPr marL="1600200" indent="-228600" defTabSz="3970338" eaLnBrk="0" hangingPunct="0"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4pPr>
            <a:lvl5pPr marL="2057400" indent="-228600" defTabSz="3970338" eaLnBrk="0" hangingPunct="0"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5pPr>
            <a:lvl6pPr marL="2514600" indent="-228600" defTabSz="39703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6pPr>
            <a:lvl7pPr marL="2971800" indent="-228600" defTabSz="39703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7pPr>
            <a:lvl8pPr marL="3429000" indent="-228600" defTabSz="39703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8pPr>
            <a:lvl9pPr marL="3886200" indent="-228600" defTabSz="39703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x-none" sz="5400" b="1" dirty="0" smtClean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ea typeface="+mn-ea"/>
              </a:rPr>
              <a:t>Predicting </a:t>
            </a:r>
            <a:r>
              <a:rPr lang="en-US" altLang="x-none" sz="5400" b="1" dirty="0" smtClean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ea typeface="+mn-ea"/>
              </a:rPr>
              <a:t>novel biochemical reactions</a:t>
            </a:r>
            <a:endParaRPr lang="en-US" altLang="x-none" sz="5400" b="1" dirty="0">
              <a:solidFill>
                <a:schemeClr val="accent6">
                  <a:lumMod val="50000"/>
                </a:schemeClr>
              </a:solidFill>
              <a:latin typeface="Cambria" panose="02040503050406030204" pitchFamily="18" charset="0"/>
              <a:ea typeface="+mn-ea"/>
            </a:endParaRPr>
          </a:p>
        </p:txBody>
      </p:sp>
      <p:sp>
        <p:nvSpPr>
          <p:cNvPr id="64" name="AutoShape 74"/>
          <p:cNvSpPr>
            <a:spLocks noChangeArrowheads="1"/>
          </p:cNvSpPr>
          <p:nvPr/>
        </p:nvSpPr>
        <p:spPr bwMode="auto">
          <a:xfrm>
            <a:off x="13030000" y="26854492"/>
            <a:ext cx="12245006" cy="16579039"/>
          </a:xfrm>
          <a:prstGeom prst="roundRect">
            <a:avLst>
              <a:gd name="adj" fmla="val 9676"/>
            </a:avLst>
          </a:prstGeom>
          <a:solidFill>
            <a:schemeClr val="bg1"/>
          </a:solidFill>
          <a:ln w="9525">
            <a:solidFill>
              <a:srgbClr val="000000"/>
            </a:solidFill>
            <a:round/>
            <a:headEnd/>
            <a:tailEnd/>
          </a:ln>
          <a:extLst/>
        </p:spPr>
        <p:txBody>
          <a:bodyPr wrap="none" lIns="476431" tIns="238216" rIns="476431" bIns="238216" anchor="ctr"/>
          <a:lstStyle/>
          <a:p>
            <a:pPr defTabSz="4764803"/>
            <a:endParaRPr lang="en-IN" altLang="x-none" sz="5300" b="1" dirty="0" smtClean="0">
              <a:latin typeface="Cambria" pitchFamily="18" charset="0"/>
            </a:endParaRPr>
          </a:p>
          <a:p>
            <a:pPr defTabSz="4764803"/>
            <a:endParaRPr lang="en-IN" altLang="x-none" sz="5300" b="1" dirty="0">
              <a:latin typeface="Cambria" pitchFamily="18" charset="0"/>
            </a:endParaRPr>
          </a:p>
        </p:txBody>
      </p:sp>
      <p:sp>
        <p:nvSpPr>
          <p:cNvPr id="65" name="AutoShape 74"/>
          <p:cNvSpPr>
            <a:spLocks noChangeArrowheads="1"/>
          </p:cNvSpPr>
          <p:nvPr/>
        </p:nvSpPr>
        <p:spPr bwMode="auto">
          <a:xfrm>
            <a:off x="25699132" y="12539004"/>
            <a:ext cx="12245006" cy="9690376"/>
          </a:xfrm>
          <a:prstGeom prst="roundRect">
            <a:avLst>
              <a:gd name="adj" fmla="val 9676"/>
            </a:avLst>
          </a:prstGeom>
          <a:solidFill>
            <a:schemeClr val="bg1"/>
          </a:solidFill>
          <a:ln w="9525">
            <a:solidFill>
              <a:srgbClr val="000000"/>
            </a:solidFill>
            <a:round/>
            <a:headEnd/>
            <a:tailEnd/>
          </a:ln>
          <a:extLst/>
        </p:spPr>
        <p:txBody>
          <a:bodyPr wrap="none" lIns="476431" tIns="238216" rIns="476431" bIns="238216" anchor="ctr"/>
          <a:lstStyle/>
          <a:p>
            <a:pPr defTabSz="4764803"/>
            <a:endParaRPr lang="en-IN" altLang="x-none" sz="5300" b="1" dirty="0" smtClean="0">
              <a:latin typeface="Cambria" pitchFamily="18" charset="0"/>
            </a:endParaRPr>
          </a:p>
          <a:p>
            <a:pPr defTabSz="4764803"/>
            <a:endParaRPr lang="en-IN" altLang="x-none" sz="5300" b="1" dirty="0">
              <a:latin typeface="Cambria" pitchFamily="18" charset="0"/>
            </a:endParaRPr>
          </a:p>
        </p:txBody>
      </p:sp>
      <p:sp>
        <p:nvSpPr>
          <p:cNvPr id="66" name="AutoShape 74"/>
          <p:cNvSpPr>
            <a:spLocks noChangeArrowheads="1"/>
          </p:cNvSpPr>
          <p:nvPr/>
        </p:nvSpPr>
        <p:spPr bwMode="auto">
          <a:xfrm>
            <a:off x="373336" y="17455876"/>
            <a:ext cx="12245006" cy="4773503"/>
          </a:xfrm>
          <a:prstGeom prst="roundRect">
            <a:avLst>
              <a:gd name="adj" fmla="val 9676"/>
            </a:avLst>
          </a:prstGeom>
          <a:solidFill>
            <a:schemeClr val="bg1"/>
          </a:solidFill>
          <a:ln w="9525">
            <a:solidFill>
              <a:srgbClr val="000000"/>
            </a:solidFill>
            <a:round/>
            <a:headEnd/>
            <a:tailEnd/>
          </a:ln>
          <a:extLst/>
        </p:spPr>
        <p:txBody>
          <a:bodyPr wrap="none" lIns="396993" tIns="198497" rIns="396993" bIns="198497" anchor="ctr"/>
          <a:lstStyle/>
          <a:p>
            <a:pPr algn="ctr" defTabSz="4764803"/>
            <a:r>
              <a:rPr lang="en-IN" altLang="x-none" sz="5300" b="1" dirty="0" smtClean="0">
                <a:latin typeface="Cambria" pitchFamily="18" charset="0"/>
              </a:rPr>
              <a:t> </a:t>
            </a:r>
            <a:endParaRPr lang="x-none" altLang="x-none" sz="5300" b="1">
              <a:latin typeface="Cambria" pitchFamily="18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785815" y="17664624"/>
            <a:ext cx="11693096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764803"/>
            <a:r>
              <a:rPr lang="en-IN" altLang="x-none" sz="4800" b="1" dirty="0">
                <a:latin typeface="Cambria" pitchFamily="18" charset="0"/>
              </a:rPr>
              <a:t>Current approaches:</a:t>
            </a:r>
            <a:endParaRPr lang="en-IN" altLang="x-none" sz="4800" dirty="0">
              <a:latin typeface="Cambria" pitchFamily="18" charset="0"/>
            </a:endParaRPr>
          </a:p>
          <a:p>
            <a:pPr marL="685857" indent="-685857" defTabSz="4764803">
              <a:spcBef>
                <a:spcPts val="1200"/>
              </a:spcBef>
              <a:buFont typeface="Arial" pitchFamily="34" charset="0"/>
              <a:buChar char="•"/>
            </a:pPr>
            <a:r>
              <a:rPr lang="en-IN" altLang="x-none" sz="4400" dirty="0">
                <a:latin typeface="Cambria" pitchFamily="18" charset="0"/>
              </a:rPr>
              <a:t>Fingerprint based method – uses compound similarity metrics - fast but results in many false positives [1]</a:t>
            </a:r>
          </a:p>
          <a:p>
            <a:pPr marL="685857" indent="-685857" defTabSz="4764803">
              <a:buFont typeface="Arial" pitchFamily="34" charset="0"/>
              <a:buChar char="•"/>
            </a:pPr>
            <a:r>
              <a:rPr lang="en-IN" altLang="x-none" sz="4400" dirty="0">
                <a:latin typeface="Cambria" pitchFamily="18" charset="0"/>
              </a:rPr>
              <a:t>Rule based methods – meaningful </a:t>
            </a:r>
            <a:r>
              <a:rPr lang="en-IN" altLang="x-none" sz="4400" dirty="0" smtClean="0">
                <a:latin typeface="Cambria" pitchFamily="18" charset="0"/>
              </a:rPr>
              <a:t>predictions </a:t>
            </a:r>
            <a:r>
              <a:rPr lang="en-IN" altLang="x-none" sz="4400" dirty="0">
                <a:latin typeface="Cambria" pitchFamily="18" charset="0"/>
              </a:rPr>
              <a:t>but computationally intensive [2</a:t>
            </a:r>
            <a:r>
              <a:rPr lang="en-IN" altLang="x-none" sz="4400" dirty="0" smtClean="0">
                <a:latin typeface="Cambria" pitchFamily="18" charset="0"/>
              </a:rPr>
              <a:t>]</a:t>
            </a:r>
            <a:endParaRPr lang="en-IN" altLang="x-none" sz="4400" dirty="0">
              <a:latin typeface="Cambria" pitchFamily="18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3235762" y="27226860"/>
            <a:ext cx="11849478" cy="15635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764803"/>
            <a:r>
              <a:rPr lang="en-IN" altLang="x-none" sz="4800" b="1" dirty="0" smtClean="0">
                <a:latin typeface="Cambria" pitchFamily="18" charset="0"/>
              </a:rPr>
              <a:t>Results:</a:t>
            </a:r>
          </a:p>
          <a:p>
            <a:pPr defTabSz="4764803">
              <a:spcBef>
                <a:spcPts val="1200"/>
              </a:spcBef>
            </a:pPr>
            <a:r>
              <a:rPr lang="en-IN" altLang="x-none" sz="3600" b="1" dirty="0" smtClean="0">
                <a:latin typeface="Cambria" pitchFamily="18" charset="0"/>
              </a:rPr>
              <a:t>Table </a:t>
            </a:r>
            <a:r>
              <a:rPr lang="en-IN" altLang="x-none" sz="3600" b="1" dirty="0">
                <a:latin typeface="Cambria" pitchFamily="18" charset="0"/>
              </a:rPr>
              <a:t>1. </a:t>
            </a:r>
            <a:r>
              <a:rPr lang="en-US" sz="3600" dirty="0">
                <a:latin typeface="Cambria" pitchFamily="18" charset="0"/>
              </a:rPr>
              <a:t>Comparison of performance of different classifiers using 23 metabolites &amp; 46 compound based </a:t>
            </a:r>
            <a:r>
              <a:rPr lang="en-US" sz="3600" dirty="0" smtClean="0">
                <a:latin typeface="Cambria" pitchFamily="18" charset="0"/>
              </a:rPr>
              <a:t>features</a:t>
            </a:r>
          </a:p>
          <a:p>
            <a:pPr defTabSz="4764803">
              <a:spcBef>
                <a:spcPts val="1200"/>
              </a:spcBef>
            </a:pPr>
            <a:endParaRPr lang="en-US" altLang="x-none" sz="3600" b="1" dirty="0">
              <a:latin typeface="Cambria" pitchFamily="18" charset="0"/>
            </a:endParaRPr>
          </a:p>
          <a:p>
            <a:pPr defTabSz="4764803">
              <a:spcBef>
                <a:spcPts val="1200"/>
              </a:spcBef>
            </a:pPr>
            <a:endParaRPr lang="en-US" altLang="x-none" sz="3600" b="1" dirty="0" smtClean="0">
              <a:latin typeface="Cambria" pitchFamily="18" charset="0"/>
            </a:endParaRPr>
          </a:p>
          <a:p>
            <a:pPr defTabSz="4764803">
              <a:spcBef>
                <a:spcPts val="1200"/>
              </a:spcBef>
            </a:pPr>
            <a:endParaRPr lang="en-US" altLang="x-none" sz="3600" b="1" dirty="0">
              <a:latin typeface="Cambria" pitchFamily="18" charset="0"/>
            </a:endParaRPr>
          </a:p>
          <a:p>
            <a:pPr defTabSz="4764803">
              <a:spcBef>
                <a:spcPts val="1200"/>
              </a:spcBef>
            </a:pPr>
            <a:endParaRPr lang="en-US" altLang="x-none" sz="3600" b="1" dirty="0" smtClean="0">
              <a:latin typeface="Cambria" pitchFamily="18" charset="0"/>
            </a:endParaRPr>
          </a:p>
          <a:p>
            <a:pPr defTabSz="4764803">
              <a:spcBef>
                <a:spcPts val="1200"/>
              </a:spcBef>
            </a:pPr>
            <a:endParaRPr lang="en-US" altLang="x-none" sz="3600" b="1" dirty="0">
              <a:latin typeface="Cambria" pitchFamily="18" charset="0"/>
            </a:endParaRPr>
          </a:p>
          <a:p>
            <a:pPr defTabSz="4764803">
              <a:spcBef>
                <a:spcPts val="1200"/>
              </a:spcBef>
            </a:pPr>
            <a:endParaRPr lang="en-US" altLang="x-none" sz="3600" b="1" dirty="0" smtClean="0">
              <a:latin typeface="Cambria" pitchFamily="18" charset="0"/>
            </a:endParaRPr>
          </a:p>
          <a:p>
            <a:pPr defTabSz="4764803">
              <a:spcBef>
                <a:spcPts val="1200"/>
              </a:spcBef>
            </a:pPr>
            <a:endParaRPr lang="en-US" altLang="x-none" sz="3600" b="1" dirty="0">
              <a:latin typeface="Cambria" pitchFamily="18" charset="0"/>
            </a:endParaRPr>
          </a:p>
          <a:p>
            <a:pPr defTabSz="4764803">
              <a:spcBef>
                <a:spcPts val="1200"/>
              </a:spcBef>
            </a:pPr>
            <a:endParaRPr lang="en-US" altLang="x-none" sz="3600" b="1" dirty="0" smtClean="0">
              <a:latin typeface="Cambria" pitchFamily="18" charset="0"/>
            </a:endParaRPr>
          </a:p>
          <a:p>
            <a:pPr defTabSz="4764803">
              <a:spcBef>
                <a:spcPts val="1200"/>
              </a:spcBef>
            </a:pPr>
            <a:endParaRPr lang="en-IN" altLang="x-none" sz="3600" b="1" dirty="0" smtClean="0">
              <a:latin typeface="Cambria" pitchFamily="18" charset="0"/>
            </a:endParaRPr>
          </a:p>
          <a:p>
            <a:pPr defTabSz="4764803">
              <a:spcBef>
                <a:spcPts val="1200"/>
              </a:spcBef>
            </a:pPr>
            <a:endParaRPr lang="en-IN" altLang="x-none" sz="3600" b="1" dirty="0">
              <a:latin typeface="Cambria" pitchFamily="18" charset="0"/>
            </a:endParaRPr>
          </a:p>
          <a:p>
            <a:pPr defTabSz="4764803">
              <a:spcBef>
                <a:spcPts val="1200"/>
              </a:spcBef>
            </a:pPr>
            <a:endParaRPr lang="en-IN" altLang="x-none" sz="3600" b="1" dirty="0" smtClean="0">
              <a:latin typeface="Cambria" pitchFamily="18" charset="0"/>
            </a:endParaRPr>
          </a:p>
          <a:p>
            <a:pPr defTabSz="4764803">
              <a:spcBef>
                <a:spcPts val="1200"/>
              </a:spcBef>
            </a:pPr>
            <a:endParaRPr lang="en-IN" altLang="x-none" sz="3600" b="1" dirty="0">
              <a:latin typeface="Cambria" pitchFamily="18" charset="0"/>
            </a:endParaRPr>
          </a:p>
          <a:p>
            <a:pPr defTabSz="4764803">
              <a:spcBef>
                <a:spcPts val="1200"/>
              </a:spcBef>
            </a:pPr>
            <a:endParaRPr lang="en-IN" altLang="x-none" sz="3600" b="1" dirty="0" smtClean="0">
              <a:latin typeface="Cambria" pitchFamily="18" charset="0"/>
            </a:endParaRPr>
          </a:p>
          <a:p>
            <a:pPr defTabSz="4764803">
              <a:spcBef>
                <a:spcPts val="1200"/>
              </a:spcBef>
            </a:pPr>
            <a:endParaRPr lang="en-IN" altLang="x-none" sz="3600" b="1" dirty="0">
              <a:latin typeface="Cambria" pitchFamily="18" charset="0"/>
            </a:endParaRPr>
          </a:p>
          <a:p>
            <a:pPr defTabSz="4764803">
              <a:spcBef>
                <a:spcPts val="1200"/>
              </a:spcBef>
            </a:pPr>
            <a:endParaRPr lang="en-IN" altLang="x-none" sz="3600" b="1" dirty="0" smtClean="0">
              <a:latin typeface="Cambria" pitchFamily="18" charset="0"/>
            </a:endParaRPr>
          </a:p>
          <a:p>
            <a:pPr defTabSz="4764803">
              <a:spcBef>
                <a:spcPts val="1200"/>
              </a:spcBef>
            </a:pPr>
            <a:endParaRPr lang="en-IN" altLang="x-none" sz="3600" b="1" dirty="0">
              <a:latin typeface="Cambria" pitchFamily="18" charset="0"/>
            </a:endParaRPr>
          </a:p>
          <a:p>
            <a:pPr defTabSz="4764803"/>
            <a:endParaRPr lang="en-IN" altLang="x-none" sz="3600" b="1" dirty="0" smtClean="0">
              <a:latin typeface="Cambria" pitchFamily="18" charset="0"/>
            </a:endParaRPr>
          </a:p>
          <a:p>
            <a:pPr defTabSz="4764803"/>
            <a:r>
              <a:rPr lang="en-IN" altLang="x-none" sz="3600" b="1" dirty="0" smtClean="0">
                <a:latin typeface="Cambria" pitchFamily="18" charset="0"/>
              </a:rPr>
              <a:t>Fig</a:t>
            </a:r>
            <a:r>
              <a:rPr lang="en-IN" altLang="x-none" sz="3600" b="1" dirty="0">
                <a:latin typeface="Cambria" pitchFamily="18" charset="0"/>
              </a:rPr>
              <a:t>. 3. </a:t>
            </a:r>
            <a:r>
              <a:rPr lang="en-US" sz="3600" dirty="0">
                <a:latin typeface="Cambria" pitchFamily="18" charset="0"/>
              </a:rPr>
              <a:t>Confusion matrix indicating the number of TP</a:t>
            </a:r>
            <a:r>
              <a:rPr lang="en-US" sz="3600" dirty="0" smtClean="0">
                <a:latin typeface="Cambria" pitchFamily="18" charset="0"/>
              </a:rPr>
              <a:t>, FN, FP </a:t>
            </a:r>
            <a:r>
              <a:rPr lang="en-US" sz="3600" dirty="0">
                <a:latin typeface="Cambria" pitchFamily="18" charset="0"/>
              </a:rPr>
              <a:t>&amp; TN respectively for (a) J48 (b) IB1 (c) </a:t>
            </a:r>
            <a:r>
              <a:rPr lang="en-US" sz="3600" dirty="0" err="1">
                <a:latin typeface="Cambria" pitchFamily="18" charset="0"/>
              </a:rPr>
              <a:t>IBk</a:t>
            </a:r>
            <a:r>
              <a:rPr lang="en-US" sz="3600" dirty="0">
                <a:latin typeface="Cambria" pitchFamily="18" charset="0"/>
              </a:rPr>
              <a:t>  with k =3 (d) </a:t>
            </a:r>
            <a:r>
              <a:rPr lang="en-US" sz="3600" dirty="0" err="1">
                <a:latin typeface="Cambria" pitchFamily="18" charset="0"/>
              </a:rPr>
              <a:t>IBk</a:t>
            </a:r>
            <a:r>
              <a:rPr lang="en-US" sz="3600" dirty="0">
                <a:latin typeface="Cambria" pitchFamily="18" charset="0"/>
              </a:rPr>
              <a:t> with k =</a:t>
            </a:r>
            <a:r>
              <a:rPr lang="en-US" sz="3600" dirty="0" smtClean="0">
                <a:latin typeface="Cambria" pitchFamily="18" charset="0"/>
              </a:rPr>
              <a:t>5</a:t>
            </a:r>
            <a:endParaRPr lang="en-IN" dirty="0"/>
          </a:p>
        </p:txBody>
      </p:sp>
      <p:pic>
        <p:nvPicPr>
          <p:cNvPr id="70" name="Picture 69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1662" y="35670090"/>
            <a:ext cx="7212309" cy="5296942"/>
          </a:xfrm>
          <a:prstGeom prst="rect">
            <a:avLst/>
          </a:prstGeom>
        </p:spPr>
      </p:pic>
      <p:sp>
        <p:nvSpPr>
          <p:cNvPr id="72" name="Text Box 118"/>
          <p:cNvSpPr txBox="1">
            <a:spLocks noChangeArrowheads="1"/>
          </p:cNvSpPr>
          <p:nvPr/>
        </p:nvSpPr>
        <p:spPr bwMode="auto">
          <a:xfrm>
            <a:off x="26043889" y="12802426"/>
            <a:ext cx="11499816" cy="2603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9712" tIns="54854" rIns="109712" bIns="54854">
            <a:spAutoFit/>
          </a:bodyPr>
          <a:lstStyle>
            <a:lvl1pPr defTabSz="890588" eaLnBrk="0" hangingPunct="0"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1pPr>
            <a:lvl2pPr marL="742950" indent="-285750" defTabSz="890588" eaLnBrk="0" hangingPunct="0"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2pPr>
            <a:lvl3pPr marL="1143000" indent="-228600" defTabSz="890588" eaLnBrk="0" hangingPunct="0"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3pPr>
            <a:lvl4pPr marL="1600200" indent="-228600" defTabSz="890588" eaLnBrk="0" hangingPunct="0"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4pPr>
            <a:lvl5pPr marL="2057400" indent="-228600" defTabSz="890588" eaLnBrk="0" hangingPunct="0"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5pPr>
            <a:lvl6pPr marL="2514600" indent="-228600" defTabSz="8905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6pPr>
            <a:lvl7pPr marL="2971800" indent="-228600" defTabSz="8905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7pPr>
            <a:lvl8pPr marL="3429000" indent="-228600" defTabSz="8905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8pPr>
            <a:lvl9pPr marL="3886200" indent="-228600" defTabSz="8905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ヒラギノ角ゴ Pro W3" pitchFamily="-84" charset="-128"/>
              </a:defRPr>
            </a:lvl9pPr>
          </a:lstStyle>
          <a:p>
            <a:pPr defTabSz="4764803">
              <a:spcBef>
                <a:spcPts val="3000"/>
              </a:spcBef>
            </a:pPr>
            <a:r>
              <a:rPr lang="en-IN" altLang="x-none" sz="4800" b="1" dirty="0" smtClean="0">
                <a:latin typeface="Cambria" pitchFamily="18" charset="0"/>
              </a:rPr>
              <a:t>Challenges </a:t>
            </a:r>
            <a:r>
              <a:rPr lang="en-IN" altLang="x-none" sz="4800" b="1" dirty="0">
                <a:latin typeface="Cambria" pitchFamily="18" charset="0"/>
              </a:rPr>
              <a:t>to be addressed:</a:t>
            </a:r>
          </a:p>
          <a:p>
            <a:pPr eaLnBrk="1" hangingPunct="1"/>
            <a:endParaRPr lang="en-US" altLang="x-none" sz="6600" dirty="0">
              <a:latin typeface="Cambria" pitchFamily="18" charset="0"/>
              <a:ea typeface="ＭＳ Ｐゴシック" pitchFamily="-84" charset="-128"/>
            </a:endParaRPr>
          </a:p>
          <a:p>
            <a:pPr eaLnBrk="1" hangingPunct="1"/>
            <a:endParaRPr lang="en-US" altLang="x-none" sz="4800" dirty="0">
              <a:latin typeface="Cambria" pitchFamily="18" charset="0"/>
              <a:ea typeface="ＭＳ Ｐゴシック" pitchFamily="-84" charset="-128"/>
            </a:endParaRPr>
          </a:p>
        </p:txBody>
      </p:sp>
      <p:grpSp>
        <p:nvGrpSpPr>
          <p:cNvPr id="49" name="Group 48"/>
          <p:cNvGrpSpPr/>
          <p:nvPr/>
        </p:nvGrpSpPr>
        <p:grpSpPr>
          <a:xfrm>
            <a:off x="26285693" y="13524848"/>
            <a:ext cx="10383826" cy="6242911"/>
            <a:chOff x="26285693" y="13524848"/>
            <a:chExt cx="10383826" cy="6242911"/>
          </a:xfrm>
        </p:grpSpPr>
        <p:grpSp>
          <p:nvGrpSpPr>
            <p:cNvPr id="83" name="Group 82"/>
            <p:cNvGrpSpPr/>
            <p:nvPr/>
          </p:nvGrpSpPr>
          <p:grpSpPr>
            <a:xfrm>
              <a:off x="26895395" y="15189262"/>
              <a:ext cx="3746204" cy="4578497"/>
              <a:chOff x="29895136" y="30308729"/>
              <a:chExt cx="4276538" cy="4578497"/>
            </a:xfrm>
          </p:grpSpPr>
          <p:pic>
            <p:nvPicPr>
              <p:cNvPr id="88" name="Picture 87"/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120641" y="30862260"/>
                <a:ext cx="3333787" cy="3378636"/>
              </a:xfrm>
              <a:prstGeom prst="rect">
                <a:avLst/>
              </a:prstGeom>
            </p:spPr>
          </p:pic>
          <p:sp>
            <p:nvSpPr>
              <p:cNvPr id="89" name="TextBox 88"/>
              <p:cNvSpPr txBox="1"/>
              <p:nvPr/>
            </p:nvSpPr>
            <p:spPr>
              <a:xfrm>
                <a:off x="29895136" y="30308729"/>
                <a:ext cx="380897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3600" dirty="0" smtClean="0">
                    <a:latin typeface="Cambria" pitchFamily="18" charset="0"/>
                  </a:rPr>
                  <a:t>~ 1000 features</a:t>
                </a:r>
                <a:endParaRPr lang="en-IN" sz="3600" dirty="0">
                  <a:latin typeface="Cambria" pitchFamily="18" charset="0"/>
                </a:endParaRPr>
              </a:p>
            </p:txBody>
          </p:sp>
          <p:sp>
            <p:nvSpPr>
              <p:cNvPr id="90" name="TextBox 89"/>
              <p:cNvSpPr txBox="1"/>
              <p:nvPr/>
            </p:nvSpPr>
            <p:spPr>
              <a:xfrm>
                <a:off x="30120641" y="34240895"/>
                <a:ext cx="405103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3600" dirty="0" smtClean="0">
                    <a:latin typeface="Cambria" pitchFamily="18" charset="0"/>
                  </a:rPr>
                  <a:t>Feature selection</a:t>
                </a:r>
                <a:endParaRPr lang="en-IN" sz="3600" dirty="0">
                  <a:latin typeface="Cambria" pitchFamily="18" charset="0"/>
                </a:endParaRPr>
              </a:p>
            </p:txBody>
          </p:sp>
        </p:grpSp>
        <p:grpSp>
          <p:nvGrpSpPr>
            <p:cNvPr id="84" name="Group 83"/>
            <p:cNvGrpSpPr/>
            <p:nvPr/>
          </p:nvGrpSpPr>
          <p:grpSpPr>
            <a:xfrm>
              <a:off x="32461919" y="13524848"/>
              <a:ext cx="4207600" cy="6242911"/>
              <a:chOff x="32988616" y="29664150"/>
              <a:chExt cx="4803251" cy="6242911"/>
            </a:xfrm>
          </p:grpSpPr>
          <p:graphicFrame>
            <p:nvGraphicFramePr>
              <p:cNvPr id="86" name="Diagram 85"/>
              <p:cNvGraphicFramePr/>
              <p:nvPr>
                <p:extLst>
                  <p:ext uri="{D42A27DB-BD31-4B8C-83A1-F6EECF244321}">
                    <p14:modId xmlns:p14="http://schemas.microsoft.com/office/powerpoint/2010/main" val="4198691315"/>
                  </p:ext>
                </p:extLst>
              </p:nvPr>
            </p:nvGraphicFramePr>
            <p:xfrm>
              <a:off x="32988616" y="29664150"/>
              <a:ext cx="4803251" cy="6242911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6" r:lo="rId17" r:qs="rId18" r:cs="rId19"/>
              </a:graphicData>
            </a:graphic>
          </p:graphicFrame>
          <p:sp>
            <p:nvSpPr>
              <p:cNvPr id="87" name="TextBox 86"/>
              <p:cNvSpPr txBox="1"/>
              <p:nvPr/>
            </p:nvSpPr>
            <p:spPr>
              <a:xfrm>
                <a:off x="34381335" y="31477613"/>
                <a:ext cx="3029084" cy="8602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600" dirty="0" smtClean="0">
                    <a:latin typeface="Cambria" pitchFamily="18" charset="0"/>
                  </a:rPr>
                  <a:t>Unlabelled</a:t>
                </a:r>
                <a:endParaRPr lang="en-IN" sz="3600" dirty="0">
                  <a:latin typeface="Cambria" pitchFamily="18" charset="0"/>
                </a:endParaRPr>
              </a:p>
            </p:txBody>
          </p:sp>
        </p:grpSp>
        <p:sp>
          <p:nvSpPr>
            <p:cNvPr id="85" name="TextBox 84"/>
            <p:cNvSpPr txBox="1"/>
            <p:nvPr/>
          </p:nvSpPr>
          <p:spPr>
            <a:xfrm>
              <a:off x="26285693" y="13936922"/>
              <a:ext cx="66848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800" dirty="0" smtClean="0">
                  <a:latin typeface="Cambria" pitchFamily="18" charset="0"/>
                </a:rPr>
                <a:t>a) 	          </a:t>
              </a:r>
              <a:r>
                <a:rPr lang="en-IN" sz="2800" dirty="0" smtClean="0">
                  <a:latin typeface="Cambria" pitchFamily="18" charset="0"/>
                </a:rPr>
                <a:t> </a:t>
              </a:r>
              <a:r>
                <a:rPr lang="en-IN" sz="2800" dirty="0" smtClean="0">
                  <a:latin typeface="Cambria" pitchFamily="18" charset="0"/>
                </a:rPr>
                <a:t>b) </a:t>
              </a:r>
              <a:endParaRPr lang="en-IN" sz="2800" dirty="0">
                <a:latin typeface="Cambria" pitchFamily="18" charset="0"/>
              </a:endParaRP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31866957" y="19145492"/>
            <a:ext cx="55266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IN" sz="3600" dirty="0">
                <a:solidFill>
                  <a:prstClr val="black"/>
                </a:solidFill>
                <a:latin typeface="Cambria" pitchFamily="18" charset="0"/>
              </a:rPr>
              <a:t>Choose data-points to </a:t>
            </a:r>
            <a:r>
              <a:rPr lang="en-IN" sz="3600" dirty="0" smtClean="0">
                <a:solidFill>
                  <a:prstClr val="black"/>
                </a:solidFill>
                <a:latin typeface="Cambria" pitchFamily="18" charset="0"/>
              </a:rPr>
              <a:t>label</a:t>
            </a:r>
            <a:endParaRPr lang="en-IN" sz="3600" dirty="0">
              <a:solidFill>
                <a:prstClr val="black"/>
              </a:solidFill>
              <a:latin typeface="Cambria" pitchFamily="18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25908985" y="20044478"/>
            <a:ext cx="121463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 smtClean="0">
                <a:latin typeface="Cambria" pitchFamily="18" charset="0"/>
              </a:rPr>
              <a:t>Fig.4. </a:t>
            </a:r>
            <a:r>
              <a:rPr lang="en-IN" sz="3600" dirty="0" smtClean="0">
                <a:latin typeface="Cambria" pitchFamily="18" charset="0"/>
              </a:rPr>
              <a:t>Improving the reliability of learned models by using (a) feature selection and (b) building larger dataset by actively querying for labels</a:t>
            </a:r>
            <a:endParaRPr lang="en-IN" sz="3600" dirty="0">
              <a:latin typeface="Cambria" pitchFamily="18" charset="0"/>
            </a:endParaRPr>
          </a:p>
        </p:txBody>
      </p:sp>
      <p:grpSp>
        <p:nvGrpSpPr>
          <p:cNvPr id="51" name="Group 50"/>
          <p:cNvGrpSpPr/>
          <p:nvPr/>
        </p:nvGrpSpPr>
        <p:grpSpPr>
          <a:xfrm>
            <a:off x="25699131" y="35670090"/>
            <a:ext cx="12265343" cy="3942388"/>
            <a:chOff x="25699131" y="39346767"/>
            <a:chExt cx="12265343" cy="3942388"/>
          </a:xfrm>
        </p:grpSpPr>
        <p:sp>
          <p:nvSpPr>
            <p:cNvPr id="53" name="AutoShape 74"/>
            <p:cNvSpPr>
              <a:spLocks noChangeArrowheads="1"/>
            </p:cNvSpPr>
            <p:nvPr/>
          </p:nvSpPr>
          <p:spPr bwMode="auto">
            <a:xfrm>
              <a:off x="25699131" y="39346767"/>
              <a:ext cx="12259943" cy="3942388"/>
            </a:xfrm>
            <a:prstGeom prst="roundRect">
              <a:avLst>
                <a:gd name="adj" fmla="val 9676"/>
              </a:avLst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/>
            </a:ln>
            <a:extLst/>
          </p:spPr>
          <p:txBody>
            <a:bodyPr wrap="none" lIns="396993" tIns="198497" rIns="396993" bIns="198497" anchor="ctr"/>
            <a:lstStyle/>
            <a:p>
              <a:pPr algn="ctr"/>
              <a:r>
                <a:rPr lang="en-IN" sz="3600" dirty="0">
                  <a:latin typeface="Cambria" pitchFamily="18" charset="0"/>
                </a:rPr>
                <a:t> </a:t>
              </a:r>
              <a:endParaRPr lang="en-IN" sz="3600" dirty="0">
                <a:latin typeface="Cambria" pitchFamily="18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6140866" y="39581395"/>
              <a:ext cx="11823608" cy="32008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IN" sz="4800" b="1" dirty="0">
                  <a:solidFill>
                    <a:prstClr val="black"/>
                  </a:solidFill>
                  <a:latin typeface="Cambria" pitchFamily="18" charset="0"/>
                </a:rPr>
                <a:t>References</a:t>
              </a:r>
              <a:r>
                <a:rPr lang="en-IN" sz="4800" b="1" dirty="0" smtClean="0">
                  <a:solidFill>
                    <a:prstClr val="black"/>
                  </a:solidFill>
                  <a:latin typeface="Cambria" pitchFamily="18" charset="0"/>
                </a:rPr>
                <a:t>:</a:t>
              </a:r>
              <a:endParaRPr lang="en-IN" altLang="x-none" sz="3600" dirty="0" smtClean="0">
                <a:solidFill>
                  <a:prstClr val="black"/>
                </a:solidFill>
                <a:latin typeface="Cambria" pitchFamily="18" charset="0"/>
              </a:endParaRPr>
            </a:p>
            <a:p>
              <a:pPr marL="914400" lvl="0" indent="-914400">
                <a:spcBef>
                  <a:spcPts val="1200"/>
                </a:spcBef>
                <a:buFont typeface="+mj-lt"/>
                <a:buAutoNum type="arabicPeriod"/>
              </a:pPr>
              <a:r>
                <a:rPr lang="en-IN" altLang="x-none" sz="3600" dirty="0" smtClean="0">
                  <a:solidFill>
                    <a:prstClr val="black"/>
                  </a:solidFill>
                  <a:latin typeface="Cambria" pitchFamily="18" charset="0"/>
                </a:rPr>
                <a:t>Mu </a:t>
              </a:r>
              <a:r>
                <a:rPr lang="en-IN" altLang="x-none" sz="3600" dirty="0">
                  <a:solidFill>
                    <a:prstClr val="black"/>
                  </a:solidFill>
                  <a:latin typeface="Cambria" pitchFamily="18" charset="0"/>
                </a:rPr>
                <a:t>F </a:t>
              </a:r>
              <a:r>
                <a:rPr lang="en-IN" altLang="x-none" sz="3600" i="1" dirty="0">
                  <a:solidFill>
                    <a:prstClr val="black"/>
                  </a:solidFill>
                  <a:latin typeface="Cambria" pitchFamily="18" charset="0"/>
                </a:rPr>
                <a:t>et al  </a:t>
              </a:r>
              <a:r>
                <a:rPr lang="en-IN" altLang="x-none" sz="3600" dirty="0">
                  <a:solidFill>
                    <a:prstClr val="black"/>
                  </a:solidFill>
                  <a:latin typeface="Cambria" pitchFamily="18" charset="0"/>
                </a:rPr>
                <a:t>(2011) doi:</a:t>
              </a:r>
              <a:r>
                <a:rPr lang="en-IN" altLang="x-none" sz="3600" u="sng" dirty="0">
                  <a:solidFill>
                    <a:srgbClr val="0070C0"/>
                  </a:solidFill>
                  <a:latin typeface="Cambria" pitchFamily="18" charset="0"/>
                </a:rPr>
                <a:t>10.1093/bioinformatics/btr177</a:t>
              </a:r>
            </a:p>
            <a:p>
              <a:pPr marL="914400" lvl="0" indent="-914400">
                <a:buFont typeface="+mj-lt"/>
                <a:buAutoNum type="arabicPeriod"/>
              </a:pPr>
              <a:r>
                <a:rPr lang="en-IN" sz="3600" dirty="0" err="1">
                  <a:solidFill>
                    <a:prstClr val="black"/>
                  </a:solidFill>
                  <a:latin typeface="Cambria" pitchFamily="18" charset="0"/>
                </a:rPr>
                <a:t>Campodonico</a:t>
              </a:r>
              <a:r>
                <a:rPr lang="en-IN" sz="3600" dirty="0">
                  <a:solidFill>
                    <a:prstClr val="black"/>
                  </a:solidFill>
                  <a:latin typeface="Cambria" pitchFamily="18" charset="0"/>
                </a:rPr>
                <a:t> MA </a:t>
              </a:r>
              <a:r>
                <a:rPr lang="en-IN" sz="3600" i="1" dirty="0">
                  <a:solidFill>
                    <a:prstClr val="black"/>
                  </a:solidFill>
                  <a:latin typeface="Cambria" pitchFamily="18" charset="0"/>
                </a:rPr>
                <a:t>et al </a:t>
              </a:r>
              <a:r>
                <a:rPr lang="en-IN" sz="3600" dirty="0">
                  <a:solidFill>
                    <a:prstClr val="black"/>
                  </a:solidFill>
                  <a:latin typeface="Cambria" pitchFamily="18" charset="0"/>
                </a:rPr>
                <a:t>(2014) doi:</a:t>
              </a:r>
              <a:r>
                <a:rPr lang="en-IN" sz="3600" u="sng" dirty="0">
                  <a:solidFill>
                    <a:srgbClr val="0070C0"/>
                  </a:solidFill>
                  <a:latin typeface="Cambria" pitchFamily="18" charset="0"/>
                </a:rPr>
                <a:t>10.1016/j.ymben.2014.07.009</a:t>
              </a:r>
            </a:p>
            <a:p>
              <a:pPr marL="914400" lvl="0" indent="-914400">
                <a:buFont typeface="+mj-lt"/>
                <a:buAutoNum type="arabicPeriod"/>
              </a:pPr>
              <a:r>
                <a:rPr lang="en-IN" sz="3600" dirty="0">
                  <a:solidFill>
                    <a:prstClr val="black"/>
                  </a:solidFill>
                  <a:latin typeface="Cambria" pitchFamily="18" charset="0"/>
                </a:rPr>
                <a:t>Dong J </a:t>
              </a:r>
              <a:r>
                <a:rPr lang="en-IN" sz="3600" i="1" dirty="0">
                  <a:solidFill>
                    <a:prstClr val="black"/>
                  </a:solidFill>
                  <a:latin typeface="Cambria" pitchFamily="18" charset="0"/>
                </a:rPr>
                <a:t>et al </a:t>
              </a:r>
              <a:r>
                <a:rPr lang="en-IN" sz="3600" dirty="0">
                  <a:solidFill>
                    <a:prstClr val="black"/>
                  </a:solidFill>
                  <a:latin typeface="Cambria" pitchFamily="18" charset="0"/>
                </a:rPr>
                <a:t>(2015) </a:t>
              </a:r>
              <a:r>
                <a:rPr lang="en-IN" sz="3600" dirty="0" smtClean="0">
                  <a:solidFill>
                    <a:prstClr val="black"/>
                  </a:solidFill>
                  <a:latin typeface="Cambria" pitchFamily="18" charset="0"/>
                </a:rPr>
                <a:t>doi:</a:t>
              </a:r>
              <a:r>
                <a:rPr lang="en-IN" sz="3600" u="sng" dirty="0" smtClean="0">
                  <a:solidFill>
                    <a:srgbClr val="0070C0"/>
                  </a:solidFill>
                  <a:latin typeface="Cambria" pitchFamily="18" charset="0"/>
                </a:rPr>
                <a:t>10.1186/s13321-015-0109-z</a:t>
              </a:r>
              <a:endParaRPr lang="en-IN" u="sng" dirty="0">
                <a:solidFill>
                  <a:srgbClr val="0070C0"/>
                </a:solidFill>
              </a:endParaRPr>
            </a:p>
          </p:txBody>
        </p:sp>
      </p:grpSp>
      <p:pic>
        <p:nvPicPr>
          <p:cNvPr id="52" name="Picture 51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587" y="36790958"/>
            <a:ext cx="5724871" cy="4176074"/>
          </a:xfrm>
          <a:prstGeom prst="rect">
            <a:avLst/>
          </a:prstGeom>
        </p:spPr>
      </p:pic>
      <p:graphicFrame>
        <p:nvGraphicFramePr>
          <p:cNvPr id="58" name="Table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042453"/>
              </p:ext>
            </p:extLst>
          </p:nvPr>
        </p:nvGraphicFramePr>
        <p:xfrm>
          <a:off x="13235762" y="29499412"/>
          <a:ext cx="11849477" cy="5544971"/>
        </p:xfrm>
        <a:graphic>
          <a:graphicData uri="http://schemas.openxmlformats.org/drawingml/2006/table">
            <a:tbl>
              <a:tblPr/>
              <a:tblGrid>
                <a:gridCol w="7064545"/>
                <a:gridCol w="2392466"/>
                <a:gridCol w="2392466"/>
              </a:tblGrid>
              <a:tr h="308053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600" b="1" i="0" u="none" strike="noStrike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Method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600" b="1" i="0" u="none" strike="noStrike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Correctly classified instances (out of 23 samples)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600" b="1" i="0" u="none" strike="noStrike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ROC Area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6108">
                <a:tc>
                  <a:txBody>
                    <a:bodyPr/>
                    <a:lstStyle/>
                    <a:p>
                      <a:pPr algn="l" fontAlgn="ctr"/>
                      <a:r>
                        <a:rPr lang="en-IN" sz="3600" b="0" i="0" u="none" strike="noStrike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Decision tree (J48)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600" b="0" i="0" u="none" strike="noStrike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600" b="0" i="0" u="none" strike="noStrike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0.796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6108">
                <a:tc>
                  <a:txBody>
                    <a:bodyPr/>
                    <a:lstStyle/>
                    <a:p>
                      <a:pPr algn="l" fontAlgn="ctr"/>
                      <a:r>
                        <a:rPr lang="en-IN" sz="3600" b="0" i="0" u="none" strike="noStrike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Nearest Neighbor (IB1)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600" b="0" i="0" u="none" strike="noStrike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600" b="0" i="0" u="none" strike="noStrike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0.738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6108">
                <a:tc>
                  <a:txBody>
                    <a:bodyPr/>
                    <a:lstStyle/>
                    <a:p>
                      <a:pPr algn="l" fontAlgn="ctr"/>
                      <a:r>
                        <a:rPr lang="en-IN" sz="3600" b="0" i="0" u="none" strike="noStrike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k-Nearest Neighbor (IBk with k = 3)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600" b="0" i="0" u="none" strike="noStrike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600" b="0" i="0" u="none" strike="noStrike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0.854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6108">
                <a:tc>
                  <a:txBody>
                    <a:bodyPr/>
                    <a:lstStyle/>
                    <a:p>
                      <a:pPr algn="l" fontAlgn="ctr"/>
                      <a:r>
                        <a:rPr lang="en-IN" sz="3600" b="0" i="0" u="none" strike="noStrike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k-Nearest Neighbor (IBk with k = 5)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600" b="0" i="0" u="none" strike="noStrike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/>
                        </a:rPr>
                        <a:t>0.883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8087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9775</TotalTime>
  <Words>559</Words>
  <Application>Microsoft Office PowerPoint</Application>
  <PresentationFormat>Custom</PresentationFormat>
  <Paragraphs>99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University of Wisconsin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Xiaolin Zhang</dc:creator>
  <cp:lastModifiedBy>hp</cp:lastModifiedBy>
  <cp:revision>239</cp:revision>
  <cp:lastPrinted>2015-03-05T17:59:53Z</cp:lastPrinted>
  <dcterms:created xsi:type="dcterms:W3CDTF">2015-02-26T22:05:13Z</dcterms:created>
  <dcterms:modified xsi:type="dcterms:W3CDTF">2016-04-05T21:40:48Z</dcterms:modified>
</cp:coreProperties>
</file>